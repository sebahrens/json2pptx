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son" ContentType="application/jso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Autofit/>
          </a:bodyPr>
          <a:lstStyle>
            <a:lvl1pPr algn="ctr">
              <a:defRPr sz="6000">
                <a:solidFill>
                  <a:schemeClr val="dk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body_2"/>
          <p:cNvSpPr>
            <a:spLocks noGrp="1"/>
          </p:cNvSpPr>
          <p:nvPr>
            <p:ph type="body"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28650" y="1268413"/>
            <a:ext cx="4800600" cy="3417887"/>
          </a:xfrm>
        </p:spPr>
        <p:txBody>
          <a:bodyPr anchor="ctr">
            <a:normAutofit/>
          </a:bodyPr>
          <a:lstStyle>
            <a:lvl1pPr>
              <a:buNone/>
              <a:defRPr sz="3600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Section Number"/>
          <p:cNvSpPr>
            <a:spLocks noGrp="1"/>
          </p:cNvSpPr>
          <p:nvPr>
            <p:ph type="body" sz="quarter" idx="1" hasCustomPrompt="1"/>
          </p:nvPr>
        </p:nvSpPr>
        <p:spPr>
          <a:xfrm>
            <a:off x="5915025" y="1268413"/>
            <a:ext cx="2387204" cy="3417887"/>
          </a:xfrm>
        </p:spPr>
        <p:txBody>
          <a:bodyPr/>
          <a:lstStyle>
            <a:lvl1pPr marL="11113" indent="-11113" algn="r">
              <a:buNone/>
              <a:defRPr sz="1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114425" y="685800"/>
            <a:ext cx="7115175" cy="1851025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dk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114425" y="2667000"/>
            <a:ext cx="7115175" cy="13716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dk2"/>
                </a:solidFill>
              </a:defRPr>
            </a:lvl1pPr>
          </a:lstStyle>
          <a:p>
            <a:fld id="{A1B2C3D4-E5F6-7890-ABCD-EF1234567890}" type="datetimeFigureOut">
              <a:rPr lang="en-US"/>
              <a:t>1/1/2000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dk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dk2"/>
                </a:solidFill>
              </a:defRPr>
            </a:lvl1pPr>
          </a:lstStyle>
          <a:p>
            <a:fld id="{B2C3D4E5-F6A7-8901-BCDE-F12345678901}" type="slidenum">
              <a:rPr lang="en-US"/>
              <a:t>‹#›</a:t>
            </a:fld>
          </a:p>
        </p:txBody>
      </p:sp>
      <p:sp>
        <p:nvSpPr>
          <p:cNvPr id="7" name="Accent Bar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Accent Stripe"/>
          <p:cNvSpPr/>
          <p:nvPr/>
        </p:nvSpPr>
        <p:spPr>
          <a:xfrm>
            <a:off x="243000" y="0"/>
            <a:ext cx="54000" cy="6858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2000" kern="1200">
          <a:solidFill>
            <a:schemeClr val="dk2"/>
          </a:solidFill>
          <a:latin typeface="+mn-lt"/>
          <a:ea typeface="+mn-ea"/>
          <a:cs typeface="+mn-cs"/>
        </a:defRPr>
      </a:lvl1pPr>
      <a:lvl2pPr marL="768096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800" kern="1200">
          <a:solidFill>
            <a:schemeClr val="dk2"/>
          </a:solidFill>
          <a:latin typeface="+mn-lt"/>
          <a:ea typeface="+mn-ea"/>
          <a:cs typeface="+mn-cs"/>
        </a:defRPr>
      </a:lvl2pPr>
      <a:lvl3pPr marL="1152144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600" kern="1200">
          <a:solidFill>
            <a:schemeClr val="dk2"/>
          </a:solidFill>
          <a:latin typeface="+mn-lt"/>
          <a:ea typeface="+mn-ea"/>
          <a:cs typeface="+mn-cs"/>
        </a:defRPr>
      </a:lvl3pPr>
      <a:lvl4pPr marL="1536192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600" kern="1200">
          <a:solidFill>
            <a:schemeClr val="dk2"/>
          </a:solidFill>
          <a:latin typeface="+mn-lt"/>
          <a:ea typeface="+mn-ea"/>
          <a:cs typeface="+mn-cs"/>
        </a:defRPr>
      </a:lvl4pPr>
      <a:lvl5pPr marL="1920240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600" kern="1200">
          <a:solidFill>
            <a:schemeClr val="dk2"/>
          </a:solidFill>
          <a:latin typeface="+mn-lt"/>
          <a:ea typeface="+mn-ea"/>
          <a:cs typeface="+mn-cs"/>
        </a:defRPr>
      </a:lvl5pPr>
      <a:lvl6pPr marL="2304288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6pPr>
      <a:lvl7pPr marL="2688336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7pPr>
      <a:lvl8pPr marL="3072384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8pPr>
      <a:lvl9pPr marL="3456432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Midnight Blue (portability 4x3)">
  <a:themeElements>
    <a:clrScheme name="Midnight Blue (portability 4x3)">
      <a:dk1>
        <a:srgbClr val="000000"/>
      </a:dk1>
      <a:lt1>
        <a:srgbClr val="FFFFFF"/>
      </a:lt1>
      <a:dk2>
        <a:srgbClr val="1B2A4A"/>
      </a:dk2>
      <a:lt2>
        <a:srgbClr val="E8ECF1"/>
      </a:lt2>
      <a:accent1>
        <a:srgbClr val="2E5090"/>
      </a:accent1>
      <a:accent2>
        <a:srgbClr val="D4463A"/>
      </a:accent2>
      <a:accent3>
        <a:srgbClr val="E8A838"/>
      </a:accent3>
      <a:accent4>
        <a:srgbClr val="43A047"/>
      </a:accent4>
      <a:accent5>
        <a:srgbClr val="5C6BC0"/>
      </a:accent5>
      <a:accent6>
        <a:srgbClr val="26A69A"/>
      </a:accent6>
      <a:hlink>
        <a:srgbClr val="2E5090"/>
      </a:hlink>
      <a:folHlink>
        <a:srgbClr val="7986CB"/>
      </a:folHlink>
    </a:clrScheme>
    <a:fontScheme name="Midnight Blue (portability 4x3)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idnight Blue (portability 4x3)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Midnight Blue (portability 4x3)</Template>
  <TotalTime>0</TotalTime>
  <Words>0</Words>
  <Application>go-slide-creator</Application>
  <PresentationFormat>Widescreen</PresentationFormat>
  <Paragraphs>0</Paragraphs>
  <Slides>4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go-slide-creator</dc:creator>
  <cp:lastModifiedBy>go-slide-creator</cp:lastModifiedBy>
  <cp:revision>1</cp:revision>
  <dcterms:created xsi:type="dcterms:W3CDTF">2000-01-01T00:00:00Z</dcterms:created>
  <dcterms:modified xsi:type="dcterms:W3CDTF">2000-01-01T00:00:00Z</dcterms:modified>
</cp:coreProperties>
</file>