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628650" y="1825625"/>
            <a:ext cx="38404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4674870" y="1825625"/>
            <a:ext cx="38404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28650" y="1268413"/>
            <a:ext cx="48006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5915025" y="1268413"/>
            <a:ext cx="2387204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0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243000" y="0"/>
            <a:ext cx="54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4x3)">
  <a:themeElements>
    <a:clrScheme name="Midnight Blue (portability 4x3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4x3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4x3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4x3)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