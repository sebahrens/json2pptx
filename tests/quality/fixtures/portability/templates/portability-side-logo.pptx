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son" ContentType="application/json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2064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233160" y="1825625"/>
            <a:ext cx="512064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268413"/>
            <a:ext cx="64008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Section Number"/>
          <p:cNvSpPr>
            <a:spLocks noGrp="1"/>
          </p:cNvSpPr>
          <p:nvPr>
            <p:ph type="body" sz="quarter" idx="1" hasCustomPrompt="1"/>
          </p:nvPr>
        </p:nvSpPr>
        <p:spPr>
          <a:xfrm>
            <a:off x="7886700" y="1268413"/>
            <a:ext cx="3182938" cy="3417887"/>
          </a:xfrm>
        </p:spPr>
        <p:txBody>
          <a:bodyPr/>
          <a:lstStyle>
            <a:lvl1pPr marL="11113" indent="-11113" algn="r">
              <a:buNone/>
              <a:defRPr sz="1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Accent Bar"/>
          <p:cNvSpPr/>
          <p:nvPr/>
        </p:nvSpPr>
        <p:spPr>
          <a:xfrm>
            <a:off x="0" y="0"/>
            <a:ext cx="144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Accent Stripe"/>
          <p:cNvSpPr/>
          <p:nvPr/>
        </p:nvSpPr>
        <p:spPr>
          <a:xfrm>
            <a:off x="324000" y="0"/>
            <a:ext cx="72000" cy="685800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Midnight Blue (portability side-logo)">
  <a:themeElements>
    <a:clrScheme name="Midnight Blue (portability side-logo)">
      <a:dk1>
        <a:srgbClr val="000000"/>
      </a:dk1>
      <a:lt1>
        <a:srgbClr val="FFFFFF"/>
      </a:lt1>
      <a:dk2>
        <a:srgbClr val="1B2A4A"/>
      </a:dk2>
      <a:lt2>
        <a:srgbClr val="E8ECF1"/>
      </a:lt2>
      <a:accent1>
        <a:srgbClr val="2E5090"/>
      </a:accent1>
      <a:accent2>
        <a:srgbClr val="D4463A"/>
      </a:accent2>
      <a:accent3>
        <a:srgbClr val="E8A838"/>
      </a:accent3>
      <a:accent4>
        <a:srgbClr val="43A047"/>
      </a:accent4>
      <a:accent5>
        <a:srgbClr val="5C6BC0"/>
      </a:accent5>
      <a:accent6>
        <a:srgbClr val="26A69A"/>
      </a:accent6>
      <a:hlink>
        <a:srgbClr val="2E5090"/>
      </a:hlink>
      <a:folHlink>
        <a:srgbClr val="7986CB"/>
      </a:folHlink>
    </a:clrScheme>
    <a:fontScheme name="Midnight Blue (portability side-logo)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idnight Blue (portability side-logo)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Midnight Blue (portability side-logo)</Template>
  <TotalTime>0</TotalTime>
  <Words>0</Words>
  <Application>go-slide-creator</Application>
  <PresentationFormat>Widescreen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