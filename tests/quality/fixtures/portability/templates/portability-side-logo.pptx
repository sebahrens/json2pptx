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side-logo)">
  <a:themeElements>
    <a:clrScheme name="Midnight Blue (portability side-logo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side-logo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side-logo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side-logo)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