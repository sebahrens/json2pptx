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23316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485900" y="685800"/>
            <a:ext cx="9486900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485900" y="2667000"/>
            <a:ext cx="94869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20" Type="http://schemas.openxmlformats.org/officeDocument/2006/relationships/image" Target="../media/logo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324000" y="0"/>
            <a:ext cx="72000" cy="6858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0" name="Logo" descr="Company logo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430000" y="4572000"/>
            <a:ext cx="640080" cy="1600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idnight Blue (portability side-logo)">
  <a:themeElements>
    <a:clrScheme name="Midnight Blue (portability side-logo)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 (portability side-logo)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 (portability side-logo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 Blue (portability side-logo)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