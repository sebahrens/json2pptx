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600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000250" y="1122363"/>
            <a:ext cx="120015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2000250" y="3602038"/>
            <a:ext cx="12001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1100138" y="1825625"/>
            <a:ext cx="68008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8101013" y="1825625"/>
            <a:ext cx="68008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0138" y="1268413"/>
            <a:ext cx="840105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10351294" y="1268413"/>
            <a:ext cx="4177606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950244" y="685800"/>
            <a:ext cx="12451556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950244" y="2667000"/>
            <a:ext cx="12451556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100138" y="365125"/>
            <a:ext cx="138017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1100138" y="1825625"/>
            <a:ext cx="13801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0138" y="6356350"/>
            <a:ext cx="3600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066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1413" y="6356350"/>
            <a:ext cx="3600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Accent Bar"/>
          <p:cNvSpPr/>
          <p:nvPr/>
        </p:nvSpPr>
        <p:spPr>
          <a:xfrm>
            <a:off x="0" y="0"/>
            <a:ext cx="18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ccent Stripe"/>
          <p:cNvSpPr/>
          <p:nvPr/>
        </p:nvSpPr>
        <p:spPr>
          <a:xfrm>
            <a:off x="425250" y="0"/>
            <a:ext cx="94500" cy="6858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■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idnight Blue (portability 21x9)">
  <a:themeElements>
    <a:clrScheme name="Midnight Blue (portability 21x9)">
      <a:dk1>
        <a:srgbClr val="000000"/>
      </a:dk1>
      <a:lt1>
        <a:srgbClr val="FFFFFF"/>
      </a:lt1>
      <a:dk2>
        <a:srgbClr val="1B2A4A"/>
      </a:dk2>
      <a:lt2>
        <a:srgbClr val="E8ECF1"/>
      </a:lt2>
      <a:accent1>
        <a:srgbClr val="2E5090"/>
      </a:accent1>
      <a:accent2>
        <a:srgbClr val="D4463A"/>
      </a:accent2>
      <a:accent3>
        <a:srgbClr val="E8A838"/>
      </a:accent3>
      <a:accent4>
        <a:srgbClr val="43A047"/>
      </a:accent4>
      <a:accent5>
        <a:srgbClr val="5C6BC0"/>
      </a:accent5>
      <a:accent6>
        <a:srgbClr val="26A69A"/>
      </a:accent6>
      <a:hlink>
        <a:srgbClr val="2E5090"/>
      </a:hlink>
      <a:folHlink>
        <a:srgbClr val="7986CB"/>
      </a:folHlink>
    </a:clrScheme>
    <a:fontScheme name="Midnight Blue (portability 21x9)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idnight Blue (portability 21x9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Midnight Blue (portability 21x9)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