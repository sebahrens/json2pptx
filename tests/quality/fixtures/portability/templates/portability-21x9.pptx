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600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000250" y="1122363"/>
            <a:ext cx="120015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2000250" y="3602038"/>
            <a:ext cx="120015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1100138" y="1825625"/>
            <a:ext cx="67208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8181023" y="1825625"/>
            <a:ext cx="67208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00138" y="1268413"/>
            <a:ext cx="840105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10351294" y="1268413"/>
            <a:ext cx="4177606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950244" y="685800"/>
            <a:ext cx="12451556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950244" y="2667000"/>
            <a:ext cx="12451556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00138" y="365125"/>
            <a:ext cx="138017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1100138" y="1825625"/>
            <a:ext cx="13801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0138" y="6356350"/>
            <a:ext cx="360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00663" y="6356350"/>
            <a:ext cx="54006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01413" y="6356350"/>
            <a:ext cx="360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89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425250" y="0"/>
            <a:ext cx="945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 (portability 21x9)">
  <a:themeElements>
    <a:clrScheme name="Midnight Blue (portability 21x9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21x9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21x9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 (portability 21x9)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