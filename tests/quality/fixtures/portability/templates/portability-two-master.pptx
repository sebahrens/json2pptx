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0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" Type="http://schemas.openxmlformats.org/officeDocument/2006/relationships/slideMaster" Target="slideMasters/slideMaster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485900" y="685800"/>
            <a:ext cx="9486900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485900" y="2667000"/>
            <a:ext cx="94869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438400" y="1043798"/>
            <a:ext cx="7315200" cy="2220468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2438400" y="3349895"/>
            <a:ext cx="7315200" cy="1539859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1889760" y="1697831"/>
            <a:ext cx="4145280" cy="4046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156960" y="1697831"/>
            <a:ext cx="4145280" cy="4046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89760" y="1179624"/>
            <a:ext cx="5120640" cy="3178635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528560" y="1179624"/>
            <a:ext cx="2546350" cy="3178635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407920" y="637794"/>
            <a:ext cx="7589520" cy="1721453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2407920" y="2480310"/>
            <a:ext cx="7589520" cy="127558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 (Master 2)"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324000" y="0"/>
            <a:ext cx="72000" cy="6858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121920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89760" y="339566"/>
            <a:ext cx="8412480" cy="1232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1889760" y="1697831"/>
            <a:ext cx="8412480" cy="4046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9760" y="5911406"/>
            <a:ext cx="2194560" cy="339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0080" y="5911406"/>
            <a:ext cx="3291840" cy="339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7680" y="5911406"/>
            <a:ext cx="2194560" cy="339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1219200" y="0"/>
            <a:ext cx="115200" cy="6377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1478400" y="0"/>
            <a:ext cx="57600" cy="637794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idnight Blue (portability two-master)">
  <a:themeElements>
    <a:clrScheme name="Midnight Blue (portability two-master)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 (portability two-master)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 (portability two-master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dnight Blue (portability two-master)">
  <a:themeElements>
    <a:clrScheme name="Midnight Blue (portability two-master)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 (portability two-master)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 (portability two-master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 Blue (portability two-master)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