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0"/>
  </p:normalViewPr>
  <p:slideViewPr>
    <p:cSldViewPr snapToGrid="0" showGuides="1">
      <p:cViewPr varScale="1">
        <p:scale>
          <a:sx n="85" d="100"/>
          <a:sy n="85" d="100"/>
        </p:scale>
        <p:origin x="19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C12E-9FB7-9CF0-AC49-F94E7E31C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56B9C-895A-A763-308A-28AAA395EE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771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2318-1878-126A-77AC-82B61544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3195-A8BF-A852-D796-FA14BF016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871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6D27ED-E9CD-4F23-8A25-203DFAEFF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60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198BAA-D32A-9484-810A-0732984F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A15E0-2E99-3124-A9AF-6047A9643B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B865B8-9C49-6B72-8A9A-7FCB11F506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77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21ACE6-3B56-2963-DB98-5DDC544B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C00048-2506-7278-6C5A-97BB6CBC24A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CAB34F-08AF-8D39-E1E0-C01B7C69B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721246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0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