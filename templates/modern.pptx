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Default Extension="json" ContentType="application/json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81" r:id="rId5"/>
    <p:sldId id="278" r:id="rId6"/>
    <p:sldId id="261" r:id="rId7"/>
    <p:sldId id="28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5" autoAdjust="0"/>
    <p:restoredTop sz="94879" autoAdjust="0"/>
  </p:normalViewPr>
  <p:slideViewPr>
    <p:cSldViewPr snapToGrid="0">
      <p:cViewPr varScale="1">
        <p:scale>
          <a:sx n="109" d="100"/>
          <a:sy n="109" d="100"/>
        </p:scale>
        <p:origin x="592" y="184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501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39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mage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image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50000"/>
                  <a:lumOff val="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225" y="466344"/>
            <a:ext cx="10803852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680226" y="2286000"/>
            <a:ext cx="108038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11430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781800"/>
            <a:ext cx="12192000" cy="76200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50000"/>
                  <a:lumOff val="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613186" y="2700000"/>
            <a:ext cx="6800000" cy="2200000"/>
          </a:xfrm>
        </p:spPr>
        <p:txBody>
          <a:bodyPr anchor="ctr" anchorCtr="0">
            <a:no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8" name="Section Number"/>
          <p:cNvSpPr>
            <a:spLocks noGrp="1"/>
          </p:cNvSpPr>
          <p:nvPr>
            <p:ph type="body" sz="quarter" idx="13" hasCustomPrompt="1"/>
          </p:nvPr>
        </p:nvSpPr>
        <p:spPr>
          <a:xfrm>
            <a:off x="7886700" y="572408"/>
            <a:ext cx="3700000" cy="3417887"/>
          </a:xfrm>
        </p:spPr>
        <p:txBody>
          <a:bodyPr anchor="t"/>
          <a:lstStyle>
            <a:lvl1pPr marL="0" indent="0" algn="r">
              <a:buNone/>
              <a:defRPr sz="13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mage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680225" y="466344"/>
            <a:ext cx="10803852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sz="quarter" idx="1" hasCustomPrompt="1"/>
          </p:nvPr>
        </p:nvSpPr>
        <p:spPr>
          <a:xfrm>
            <a:off x="680226" y="2286000"/>
            <a:ext cx="518160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body_2"/>
          <p:cNvSpPr>
            <a:spLocks noGrp="1"/>
          </p:cNvSpPr>
          <p:nvPr>
            <p:ph type="body" sz="quarter" idx="2" hasCustomPrompt="1"/>
          </p:nvPr>
        </p:nvSpPr>
        <p:spPr>
          <a:xfrm>
            <a:off x="6302476" y="2286000"/>
            <a:ext cx="518160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Blan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680225" y="466344"/>
            <a:ext cx="10803852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9" r:id="rId2"/>
    <p:sldLayoutId id="2147483650" r:id="rId3"/>
    <p:sldLayoutId id="2147483649" r:id="rId4"/>
    <p:sldLayoutId id="2147483665" r:id="rId5"/>
    <p:sldLayoutId id="2147483661" r:id="rId6"/>
    <p:sldLayoutId id="2147483700" r:id="rId8"/>
    <p:sldLayoutId id="2147483701" r:id="rId9"/>
    <p:sldLayoutId id="2147483702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bstract image">
            <a:extLst>
              <a:ext uri="{FF2B5EF4-FFF2-40B4-BE49-F238E27FC236}">
                <a16:creationId xmlns:a16="http://schemas.microsoft.com/office/drawing/2014/main" id="{782ED2F6-AFB3-9199-3999-2B5E4BAF24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lang="en-US" dirty="0"/>
              <a:t>BASIC PRESENTATION</a:t>
            </a:r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  <a:noFill/>
        </p:spPr>
        <p:txBody>
          <a:bodyPr>
            <a:noAutofit/>
          </a:bodyPr>
          <a:lstStyle/>
          <a:p>
            <a:r>
              <a:rPr lang="en-US" dirty="0"/>
              <a:t>OVERCOMING NERVOUSNESS</a:t>
            </a:r>
          </a:p>
        </p:txBody>
      </p:sp>
      <p:pic>
        <p:nvPicPr>
          <p:cNvPr id="91" name="Picture Placeholder 90" descr="A person sitting at a table with her fingers up">
            <a:extLst>
              <a:ext uri="{FF2B5EF4-FFF2-40B4-BE49-F238E27FC236}">
                <a16:creationId xmlns:a16="http://schemas.microsoft.com/office/drawing/2014/main" id="{BC622EA4-CCB7-907A-0126-D0A68A5DC78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51" r="451"/>
          <a:stretch/>
        </p:blipFill>
        <p:spPr>
          <a:xfrm flipH="1">
            <a:off x="6086167" y="-22225"/>
            <a:ext cx="6080760" cy="6902450"/>
          </a:xfrm>
        </p:spPr>
      </p:pic>
      <p:sp>
        <p:nvSpPr>
          <p:cNvPr id="15" name="Subtitle 14">
            <a:extLst>
              <a:ext uri="{FF2B5EF4-FFF2-40B4-BE49-F238E27FC236}">
                <a16:creationId xmlns:a16="http://schemas.microsoft.com/office/drawing/2014/main" id="{9C373000-EEA1-D16F-189A-338FFDA2E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7600" y="4145280"/>
            <a:ext cx="5066250" cy="690880"/>
          </a:xfrm>
        </p:spPr>
        <p:txBody>
          <a:bodyPr/>
          <a:lstStyle/>
          <a:p>
            <a:r>
              <a:rPr lang="en-US"/>
              <a:t>CONFIDENCE-BUILDING STRATEGIES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438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ctr"/>
          <a:lstStyle/>
          <a:p>
            <a:r>
              <a:rPr lang="en-US" dirty="0"/>
              <a:t>ENGAGING THE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030E03B4-DAB0-F43D-4B1C-C54F75E621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AB1CD4B-2C7F-1593-8E69-B7450F3D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437" y="400485"/>
            <a:ext cx="9467127" cy="252791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6613063-168A-02B8-4326-BB842F3B83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2075" y="3738622"/>
            <a:ext cx="9467850" cy="2527911"/>
          </a:xfrm>
        </p:spPr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47229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ac_CP_V19" id="{030227AD-26D8-46F7-B412-6532AF4DDFEA}" vid="{787E6F9C-FC70-455D-8D81-5DEDA8A08F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F2A2379-DD35-4769-BFD6-4857D72F8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C2645A-E767-4D7E-984D-234E531E455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Custom</Template>
  <TotalTime>3</TotalTime>
  <Words>84</Words>
  <Application>Microsoft Macintosh PowerPoint</Application>
  <PresentationFormat>Widescreen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Wingdings</vt:lpstr>
      <vt:lpstr>Custom</vt:lpstr>
      <vt:lpstr>BASIC PRESENTATION</vt:lpstr>
      <vt:lpstr>OVERCOMING NERVOUSNESS</vt:lpstr>
      <vt:lpstr>ENGAGING THE AUDIENCE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Ahrens</dc:creator>
  <cp:lastModifiedBy>Sebastian Ahrens</cp:lastModifiedBy>
  <cp:revision>2</cp:revision>
  <dcterms:created xsi:type="dcterms:W3CDTF">2026-05-20T06:47:32Z</dcterms:created>
  <dcterms:modified xsi:type="dcterms:W3CDTF">2026-05-20T06:50:39Z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