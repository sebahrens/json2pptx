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1" r:id="rId5"/>
    <p:sldId id="278" r:id="rId6"/>
    <p:sldId id="261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879" autoAdjust="0"/>
  </p:normalViewPr>
  <p:slideViewPr>
    <p:cSldViewPr snapToGrid="0">
      <p:cViewPr varScale="1">
        <p:scale>
          <a:sx n="109" d="100"/>
          <a:sy n="109" d="100"/>
        </p:scale>
        <p:origin x="592" y="184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FE048-FAD0-D943-9A17-3C4CB763318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47812-3409-784D-BAE7-ABE53735D5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47812-3409-784D-BAE7-ABE53735D59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anchor="ctr" anchorCtr="0">
            <a:no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anchor="b">
            <a:noAutofit/>
          </a:bodyPr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>
            <a:normAutofit/>
          </a:bodyPr>
          <a:lstStyle>
            <a:lvl1pPr marL="0" indent="0" algn="l">
              <a:buNone/>
              <a:defRPr sz="2000"/>
            </a:lvl1pPr>
          </a:lstStyle>
          <a:p>
            <a:r>
              <a:rPr lang="en-US" dirty="0"/>
              <a:t>Click icon to add 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1080385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anchor="ctr">
            <a:normAutofit/>
          </a:bodyPr>
          <a:lstStyle>
            <a:lvl1pPr marL="0" indent="0" algn="ctr">
              <a:buNone/>
              <a:defRPr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3186" y="2700000"/>
            <a:ext cx="6800000" cy="2200000"/>
          </a:xfrm>
        </p:spPr>
        <p:txBody>
          <a:bodyPr anchor="ctr" anchorCtr="0">
            <a:no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section title</a:t>
            </a:r>
          </a:p>
        </p:txBody>
      </p:sp>
      <p:sp>
        <p:nvSpPr>
          <p:cNvPr id="8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7886700" y="572408"/>
            <a:ext cx="3700000" cy="3417887"/>
          </a:xfrm>
        </p:spPr>
        <p:txBody>
          <a:bodyPr anchor="t"/>
          <a:lstStyle>
            <a:lvl1pPr marL="0" indent="0" algn="r">
              <a:buNone/>
              <a:defRPr sz="136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anchor="b">
            <a:noAutofit/>
          </a:bodyPr>
          <a:lstStyle>
            <a:lvl1pPr algn="ctr">
              <a:spcBef>
                <a:spcPts val="1000"/>
              </a:spcBef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62075" y="3738622"/>
            <a:ext cx="9467850" cy="2527911"/>
          </a:xfrm>
        </p:spPr>
        <p:txBody>
          <a:bodyPr>
            <a:normAutofit/>
          </a:bodyPr>
          <a:lstStyle>
            <a:lvl1pPr marL="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" hasCustomPrompt="1"/>
          </p:nvPr>
        </p:nvSpPr>
        <p:spPr>
          <a:xfrm>
            <a:off x="68022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sz="quarter" idx="2" hasCustomPrompt="1"/>
          </p:nvPr>
        </p:nvSpPr>
        <p:spPr>
          <a:xfrm>
            <a:off x="6302476" y="2286000"/>
            <a:ext cx="5181600" cy="347472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1800"/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0225" y="466344"/>
            <a:ext cx="10803852" cy="1710354"/>
          </a:xfrm>
        </p:spPr>
        <p:txBody>
          <a:bodyPr bIns="0" anchor="ctr" anchorCtr="0">
            <a:no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9" r:id="rId2"/>
    <p:sldLayoutId id="2147483650" r:id="rId3"/>
    <p:sldLayoutId id="2147483649" r:id="rId4"/>
    <p:sldLayoutId id="2147483665" r:id="rId5"/>
    <p:sldLayoutId id="2147483661" r:id="rId6"/>
    <p:sldLayoutId id="2147483700" r:id="rId8"/>
    <p:sldLayoutId id="2147483701" r:id="rId9"/>
    <p:sldLayoutId id="2147483702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7" descr="abstract image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alphaModFix amt="5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>
            <a:noAutofit/>
          </a:bodyPr>
          <a:lstStyle/>
          <a:p>
            <a:r>
              <a:rPr lang="en-US" dirty="0"/>
              <a:t>OVERCOMING NERVOUSNESS</a:t>
            </a:r>
          </a:p>
        </p:txBody>
      </p:sp>
      <p:pic>
        <p:nvPicPr>
          <p:cNvPr id="91" name="Picture Placeholder 90" descr="A person sitting at a table with her fingers up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ubtitle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17600" y="4145280"/>
            <a:ext cx="5066250" cy="690880"/>
          </a:xfrm>
        </p:spPr>
        <p:txBody>
          <a:bodyPr/>
          <a:lstStyle/>
          <a:p>
            <a:r>
              <a:rPr lang="en-US"/>
              <a:t>CONFIDENCE-BUILDING STRATEGIES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anchor="ctr"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11" descr="A close up of dot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2075" y="3738622"/>
            <a:ext cx="9467850" cy="2527911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ac_CP_V19" id="{030227AD-26D8-46F7-B412-6532AF4DDFEA}" vid="{787E6F9C-FC70-455D-8D81-5DEDA8A08F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84</Words>
  <Application>Microsoft Macintosh PowerPoint</Application>
  <PresentationFormat>Widescreen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Wingdings</vt:lpstr>
      <vt:lpstr>Custom</vt:lpstr>
      <vt:lpstr>BASIC PRESENTATION</vt:lpstr>
      <vt:lpstr>OVERCOMING NERVOUSNESS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2</cp:revision>
  <dcterms:created xsi:type="dcterms:W3CDTF">2026-05-20T06:47:32Z</dcterms:created>
  <dcterms:modified xsi:type="dcterms:W3CDTF">2026-05-20T06:50:39Z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