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1" r:id="rId5"/>
    <p:sldId id="278" r:id="rId6"/>
    <p:sldId id="26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9" d="100"/>
          <a:sy n="109" d="100"/>
        </p:scale>
        <p:origin x="592" y="184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age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image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108038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13186" y="2700000"/>
            <a:ext cx="6800000" cy="2200000"/>
          </a:xfrm>
        </p:spPr>
        <p:txBody>
          <a:bodyPr anchor="ctr" anchorCtr="0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8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7886700" y="572408"/>
            <a:ext cx="3700000" cy="3417887"/>
          </a:xfrm>
        </p:spPr>
        <p:txBody>
          <a:bodyPr anchor="t"/>
          <a:lstStyle>
            <a:lvl1pPr marL="0" indent="0" algn="r">
              <a:buNone/>
              <a:defRPr sz="136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mage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 hasCustomPrompt="1"/>
          </p:nvPr>
        </p:nvSpPr>
        <p:spPr>
          <a:xfrm>
            <a:off x="630247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9" r:id="rId2"/>
    <p:sldLayoutId id="2147483650" r:id="rId3"/>
    <p:sldLayoutId id="2147483649" r:id="rId4"/>
    <p:sldLayoutId id="2147483665" r:id="rId5"/>
    <p:sldLayoutId id="2147483661" r:id="rId6"/>
    <p:sldLayoutId id="2147483700" r:id="rId8"/>
    <p:sldLayoutId id="2147483701" r:id="rId9"/>
    <p:sldLayoutId id="214748370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91" name="Picture Placeholder 90" descr="A person sitting at a table with her fingers up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7600" y="4145280"/>
            <a:ext cx="5066250" cy="690880"/>
          </a:xfrm>
        </p:spPr>
        <p:txBody>
          <a:bodyPr/>
          <a:lstStyle/>
          <a:p>
            <a:r>
              <a:rPr lang="en-US"/>
              <a:t>CONFIDENCE-BUILDING STRATEGIES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84</Words>
  <Application>Microsoft Macintosh PowerPoint</Application>
  <PresentationFormat>Widescreen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Wingdings</vt:lpstr>
      <vt:lpstr>Custom</vt:lpstr>
      <vt:lpstr>BASIC PRESENTATION</vt:lpstr>
      <vt:lpstr>OVERCOMING NERVOUSNESS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2</cp:revision>
  <dcterms:created xsi:type="dcterms:W3CDTF">2026-05-20T06:47:32Z</dcterms:created>
  <dcterms:modified xsi:type="dcterms:W3CDTF">2026-05-20T06:50:39Z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