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  <Default Extension="json" ContentType="application/json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9"/>
  </p:notesMasterIdLst>
  <p:handoutMasterIdLst>
    <p:handoutMasterId r:id="rId10"/>
  </p:handoutMasterIdLst>
  <p:sldIdLst>
    <p:sldId id="281" r:id="rId5"/>
    <p:sldId id="278" r:id="rId6"/>
    <p:sldId id="261" r:id="rId7"/>
    <p:sldId id="28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7E9639D4-E3E2-4D34-9284-5A2195B3D0D7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85" autoAdjust="0"/>
    <p:restoredTop sz="94879" autoAdjust="0"/>
  </p:normalViewPr>
  <p:slideViewPr>
    <p:cSldViewPr snapToGrid="0">
      <p:cViewPr varScale="1">
        <p:scale>
          <a:sx n="109" d="100"/>
          <a:sy n="109" d="100"/>
        </p:scale>
        <p:origin x="592" y="184"/>
      </p:cViewPr>
      <p:guideLst/>
    </p:cSldViewPr>
  </p:slideViewPr>
  <p:outlineViewPr>
    <p:cViewPr>
      <p:scale>
        <a:sx n="33" d="100"/>
        <a:sy n="33" d="100"/>
      </p:scale>
      <p:origin x="0" y="-4032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757"/>
    </p:cViewPr>
  </p:sorterViewPr>
  <p:notesViewPr>
    <p:cSldViewPr snapToGrid="0">
      <p:cViewPr>
        <p:scale>
          <a:sx n="1" d="2"/>
          <a:sy n="1" d="2"/>
        </p:scale>
        <p:origin x="3480" y="55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microsoft.com/office/2018/10/relationships/authors" Target="authors.xml"/><Relationship Id="rId10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976AB79-C677-3DB7-78CF-9305D586148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13AB137-CEA6-0244-F12B-1ECC21172D0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DC994AA-C437-4EF4-8BEF-0B832D7FA420}" type="datetimeFigureOut">
              <a:rPr lang="en-US" smtClean="0"/>
              <a:t>5/20/26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868EC96-C6CC-F2AF-D90F-143F4D20A07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4F8EC8D-EF88-0275-F75C-A789924433B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757874-EF65-4B61-B062-40C932C812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02786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4FE048-FAD0-D943-9A17-3C4CB7633182}" type="datetimeFigureOut">
              <a:rPr lang="en-US" smtClean="0"/>
              <a:t>5/20/26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5247812-3409-784D-BAE7-ABE53735D5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50300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5247812-3409-784D-BAE7-ABE53735D59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450116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5247812-3409-784D-BAE7-ABE53735D59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83394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image">
            <a:extLst>
              <a:ext uri="{FF2B5EF4-FFF2-40B4-BE49-F238E27FC236}">
                <a16:creationId xmlns:a16="http://schemas.microsoft.com/office/drawing/2014/main" id="{7A7F58C7-D277-8F14-F024-4B41D20D054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2E8C189B-2E00-67DA-E342-3440F5EBB4C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2286000"/>
            <a:ext cx="9144000" cy="2286000"/>
          </a:xfrm>
        </p:spPr>
        <p:txBody>
          <a:bodyPr anchor="ctr" anchorCtr="0">
            <a:noAutofit/>
          </a:bodyPr>
          <a:lstStyle>
            <a:lvl1pPr algn="ctr"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4246750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subtitle +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32772C41-A024-2F33-1F04-21E003FA72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17600" y="762000"/>
            <a:ext cx="5066250" cy="2900680"/>
          </a:xfrm>
        </p:spPr>
        <p:txBody>
          <a:bodyPr anchor="b">
            <a:noAutofit/>
          </a:bodyPr>
          <a:lstStyle>
            <a:lvl1pPr algn="ctr"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2" name="image">
            <a:extLst>
              <a:ext uri="{FF2B5EF4-FFF2-40B4-BE49-F238E27FC236}">
                <a16:creationId xmlns:a16="http://schemas.microsoft.com/office/drawing/2014/main" id="{82836803-D9E6-3DF1-3B90-1E7E677CC7B7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 flipH="1">
            <a:off x="6086167" y="-22225"/>
            <a:ext cx="6080760" cy="6902450"/>
          </a:xfrm>
          <a:prstGeom prst="parallelogram">
            <a:avLst/>
          </a:prstGeom>
          <a:ln>
            <a:noFill/>
          </a:ln>
        </p:spPr>
        <p:txBody>
          <a:bodyPr lIns="0" tIns="0">
            <a:normAutofit/>
          </a:bodyPr>
          <a:lstStyle>
            <a:lvl1pPr marL="0" indent="0" algn="l">
              <a:buNone/>
              <a:defRPr sz="2000"/>
            </a:lvl1pPr>
          </a:lstStyle>
          <a:p>
            <a:r>
              <a:rPr lang="en-US" dirty="0"/>
              <a:t>Click icon to add image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473BC2DF-9C2A-052C-AD2C-0A8ABAA5037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117600" y="4145280"/>
            <a:ext cx="5066250" cy="690880"/>
          </a:xfrm>
          <a:gradFill flip="none" rotWithShape="1">
            <a:gsLst>
              <a:gs pos="0">
                <a:schemeClr val="accent5"/>
              </a:gs>
              <a:gs pos="100000">
                <a:schemeClr val="accent2">
                  <a:lumMod val="50000"/>
                  <a:lumOff val="0"/>
                </a:schemeClr>
              </a:gs>
              <a:gs pos="50000">
                <a:schemeClr val="accent1"/>
              </a:gs>
            </a:gsLst>
            <a:lin ang="10200000" scaled="0"/>
            <a:tileRect/>
          </a:gradFill>
        </p:spPr>
        <p:txBody>
          <a:bodyPr anchor="ctr">
            <a:normAutofit/>
          </a:bodyPr>
          <a:lstStyle>
            <a:lvl1pPr marL="0" indent="0" algn="ctr">
              <a:buNone/>
              <a:defRPr sz="2400" cap="all" baseline="0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19241863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0225" y="466344"/>
            <a:ext cx="10803852" cy="1710354"/>
          </a:xfrm>
        </p:spPr>
        <p:txBody>
          <a:bodyPr bIns="0" anchor="ctr" anchorCtr="0">
            <a:noAutofit/>
          </a:bodyPr>
          <a:lstStyle>
            <a:lvl1pPr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body">
            <a:extLst>
              <a:ext uri="{FF2B5EF4-FFF2-40B4-BE49-F238E27FC236}">
                <a16:creationId xmlns:a16="http://schemas.microsoft.com/office/drawing/2014/main" id="{A772710C-A212-1B12-06CD-FA2A14F89D68}"/>
              </a:ext>
            </a:extLst>
          </p:cNvPr>
          <p:cNvSpPr>
            <a:spLocks noGrp="1"/>
          </p:cNvSpPr>
          <p:nvPr>
            <p:ph type="body" sz="quarter" idx="1" hasCustomPrompt="1"/>
          </p:nvPr>
        </p:nvSpPr>
        <p:spPr>
          <a:xfrm>
            <a:off x="680226" y="2286000"/>
            <a:ext cx="10803850" cy="3474720"/>
          </a:xfrm>
        </p:spPr>
        <p:txBody>
          <a:bodyPr>
            <a:normAutofit/>
          </a:bodyPr>
          <a:lstStyle>
            <a:lvl1pPr marL="2286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/>
            </a:lvl1pPr>
            <a:lvl2pPr marL="4572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/>
            </a:lvl2pPr>
            <a:lvl3pPr marL="6858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/>
            </a:lvl3pPr>
            <a:lvl4pPr marL="9144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/>
            </a:lvl4pPr>
            <a:lvl5pPr marL="11430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0E25A87-9155-9E07-878F-CEC0B137C2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6781800"/>
            <a:ext cx="12192000" cy="76200"/>
          </a:xfrm>
          <a:prstGeom prst="rect">
            <a:avLst/>
          </a:prstGeom>
          <a:gradFill flip="none" rotWithShape="1">
            <a:gsLst>
              <a:gs pos="0">
                <a:schemeClr val="accent5"/>
              </a:gs>
              <a:gs pos="100000">
                <a:schemeClr val="accent2">
                  <a:lumMod val="97000"/>
                  <a:lumOff val="3000"/>
                </a:schemeClr>
              </a:gs>
              <a:gs pos="50000">
                <a:schemeClr val="accent1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78947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32772C41-A024-2F33-1F04-21E003FA729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143000"/>
            <a:ext cx="9144000" cy="2286000"/>
          </a:xfrm>
        </p:spPr>
        <p:txBody>
          <a:bodyPr anchor="b">
            <a:noAutofit/>
          </a:bodyPr>
          <a:lstStyle>
            <a:lvl1pPr algn="ctr">
              <a:defRPr sz="48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473BC2DF-9C2A-052C-AD2C-0A8ABAA5037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835198"/>
            <a:ext cx="9144000" cy="683219"/>
          </a:xfrm>
          <a:gradFill>
            <a:gsLst>
              <a:gs pos="0">
                <a:schemeClr val="accent5"/>
              </a:gs>
              <a:gs pos="100000">
                <a:schemeClr val="accent2">
                  <a:lumMod val="50000"/>
                  <a:lumOff val="0"/>
                </a:schemeClr>
              </a:gs>
              <a:gs pos="50000">
                <a:schemeClr val="accent1"/>
              </a:gs>
            </a:gsLst>
            <a:path path="circle">
              <a:fillToRect l="100000" t="100000"/>
            </a:path>
          </a:gradFill>
        </p:spPr>
        <p:txBody>
          <a:bodyPr anchor="ctr">
            <a:normAutofit/>
          </a:bodyPr>
          <a:lstStyle>
            <a:lvl1pPr marL="0" indent="0" algn="ctr">
              <a:buNone/>
              <a:defRPr sz="2400" cap="all" spc="300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15637277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613186" y="2700000"/>
            <a:ext cx="6800000" cy="2200000"/>
          </a:xfrm>
        </p:spPr>
        <p:txBody>
          <a:bodyPr anchor="ctr" anchorCtr="0">
            <a:noAutofit/>
          </a:bodyPr>
          <a:lstStyle>
            <a:lvl1pPr algn="l">
              <a:defRPr sz="4400"/>
            </a:lvl1pPr>
          </a:lstStyle>
          <a:p>
            <a:r>
              <a:rPr lang="en-US" dirty="0"/>
              <a:t>Click to add section title</a:t>
            </a:r>
          </a:p>
        </p:txBody>
      </p:sp>
      <p:sp>
        <p:nvSpPr>
          <p:cNvPr id="8" name="Section Number"/>
          <p:cNvSpPr>
            <a:spLocks noGrp="1"/>
          </p:cNvSpPr>
          <p:nvPr>
            <p:ph type="body" sz="quarter" idx="13" hasCustomPrompt="1"/>
          </p:nvPr>
        </p:nvSpPr>
        <p:spPr>
          <a:xfrm>
            <a:off x="7886700" y="572408"/>
            <a:ext cx="3700000" cy="3417887"/>
          </a:xfrm>
        </p:spPr>
        <p:txBody>
          <a:bodyPr anchor="t"/>
          <a:lstStyle>
            <a:lvl1pPr marL="0" indent="0" algn="r">
              <a:buNone/>
              <a:defRPr sz="136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</a:t>
            </a:r>
          </a:p>
        </p:txBody>
      </p:sp>
    </p:spTree>
    <p:extLst>
      <p:ext uri="{BB962C8B-B14F-4D97-AF65-F5344CB8AC3E}">
        <p14:creationId xmlns:p14="http://schemas.microsoft.com/office/powerpoint/2010/main" val="26260992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image">
            <a:extLst>
              <a:ext uri="{FF2B5EF4-FFF2-40B4-BE49-F238E27FC236}">
                <a16:creationId xmlns:a16="http://schemas.microsoft.com/office/drawing/2014/main" id="{76EE6F3F-63EB-5C0E-2307-3B7CBBA1C37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12192000" cy="6858000"/>
          </a:xfrm>
          <a:solidFill>
            <a:schemeClr val="tx1"/>
          </a:solidFill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62437" y="400485"/>
            <a:ext cx="9467127" cy="2527911"/>
          </a:xfrm>
        </p:spPr>
        <p:txBody>
          <a:bodyPr anchor="b">
            <a:noAutofit/>
          </a:bodyPr>
          <a:lstStyle>
            <a:lvl1pPr algn="ctr">
              <a:spcBef>
                <a:spcPts val="1000"/>
              </a:spcBef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subtitle">
            <a:extLst>
              <a:ext uri="{FF2B5EF4-FFF2-40B4-BE49-F238E27FC236}">
                <a16:creationId xmlns:a16="http://schemas.microsoft.com/office/drawing/2014/main" id="{E12DA517-30B0-BC62-0422-F995FB9189E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362075" y="3738622"/>
            <a:ext cx="9467850" cy="2527911"/>
          </a:xfrm>
        </p:spPr>
        <p:txBody>
          <a:bodyPr>
            <a:normAutofit/>
          </a:bodyPr>
          <a:lstStyle>
            <a:lvl1pPr marL="0" indent="0" algn="ctr"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1pPr>
            <a:lvl2pPr marL="457200" indent="0" algn="ctr"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2pPr>
            <a:lvl3pPr marL="914400" indent="0" algn="ctr"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3pPr>
            <a:lvl4pPr marL="1371600" indent="0" algn="ctr"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4pPr>
            <a:lvl5pPr marL="1828800" indent="0" algn="ctr"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21629670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680225" y="466344"/>
            <a:ext cx="10803852" cy="1710354"/>
          </a:xfrm>
        </p:spPr>
        <p:txBody>
          <a:bodyPr bIns="0" anchor="ctr" anchorCtr="0">
            <a:noAutofit/>
          </a:bodyPr>
          <a:lstStyle>
            <a:lvl1pPr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sz="quarter" idx="1" hasCustomPrompt="1"/>
          </p:nvPr>
        </p:nvSpPr>
        <p:spPr>
          <a:xfrm>
            <a:off x="680226" y="2286000"/>
            <a:ext cx="5181600" cy="3474720"/>
          </a:xfrm>
        </p:spPr>
        <p:txBody>
          <a:bodyPr>
            <a:normAutofit/>
          </a:bodyPr>
          <a:lstStyle>
            <a:lvl1pPr marL="2286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/>
            </a:lvl1pPr>
            <a:lvl2pPr marL="4572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/>
            </a:lvl2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4" name="body_2"/>
          <p:cNvSpPr>
            <a:spLocks noGrp="1"/>
          </p:cNvSpPr>
          <p:nvPr>
            <p:ph type="body" sz="quarter" idx="2" hasCustomPrompt="1"/>
          </p:nvPr>
        </p:nvSpPr>
        <p:spPr>
          <a:xfrm>
            <a:off x="6302476" y="2286000"/>
            <a:ext cx="5181600" cy="3474720"/>
          </a:xfrm>
        </p:spPr>
        <p:txBody>
          <a:bodyPr>
            <a:normAutofit/>
          </a:bodyPr>
          <a:lstStyle>
            <a:lvl1pPr marL="2286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/>
            </a:lvl1pPr>
            <a:lvl2pPr marL="4572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/>
            </a:lvl2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 userDrawn="1">
  <p:cSld name="Blank +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680225" y="466344"/>
            <a:ext cx="10803852" cy="1710354"/>
          </a:xfrm>
        </p:spPr>
        <p:txBody>
          <a:bodyPr bIns="0" anchor="ctr" anchorCtr="0">
            <a:noAutofit/>
          </a:bodyPr>
          <a:lstStyle>
            <a:lvl1pPr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FD97564-C310-6E8C-8689-CE18881B4A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AD99FA-26D9-873B-BE7F-26FEC5C233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19819E-0266-97DD-DFD1-BAAA06AE323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6D8061D-18C3-4F4F-85EF-561633F58754}" type="datetimeFigureOut">
              <a:rPr lang="en-US" smtClean="0"/>
              <a:t>5/20/26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FD19C9-01CE-9E2A-CDA5-C15940F055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801085-7B28-048D-E3D3-9C3614268D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D12358-51D2-46B3-9BDE-DF29528B9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59346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9" r:id="rId2"/>
    <p:sldLayoutId id="2147483650" r:id="rId3"/>
    <p:sldLayoutId id="2147483649" r:id="rId4"/>
    <p:sldLayoutId id="2147483665" r:id="rId5"/>
    <p:sldLayoutId id="2147483661" r:id="rId6"/>
    <p:sldLayoutId id="2147483700" r:id="rId8"/>
    <p:sldLayoutId id="2147483701" r:id="rId9"/>
    <p:sldLayoutId id="2147483702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800" kern="1200" cap="all" spc="3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Placeholder 7" descr="abstract image">
            <a:extLst>
              <a:ext uri="{FF2B5EF4-FFF2-40B4-BE49-F238E27FC236}">
                <a16:creationId xmlns:a16="http://schemas.microsoft.com/office/drawing/2014/main" id="{782ED2F6-AFB3-9199-3999-2B5E4BAF2423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2">
            <a:alphaModFix amt="52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</p:spPr>
      </p:pic>
      <p:sp>
        <p:nvSpPr>
          <p:cNvPr id="6" name="Title 5">
            <a:extLst>
              <a:ext uri="{FF2B5EF4-FFF2-40B4-BE49-F238E27FC236}">
                <a16:creationId xmlns:a16="http://schemas.microsoft.com/office/drawing/2014/main" id="{F20A922B-22EC-7FD8-FA8C-2FFAC558BD6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286000"/>
            <a:ext cx="9144000" cy="2286000"/>
          </a:xfrm>
        </p:spPr>
        <p:txBody>
          <a:bodyPr/>
          <a:lstStyle/>
          <a:p>
            <a:r>
              <a:rPr lang="en-US" dirty="0"/>
              <a:t>BASIC PRESENTATION</a:t>
            </a:r>
          </a:p>
        </p:txBody>
      </p:sp>
    </p:spTree>
    <p:extLst>
      <p:ext uri="{BB962C8B-B14F-4D97-AF65-F5344CB8AC3E}">
        <p14:creationId xmlns:p14="http://schemas.microsoft.com/office/powerpoint/2010/main" val="6392647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4ABE40-AA00-F366-A36A-B3F1AADBF0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17600" y="762000"/>
            <a:ext cx="5066250" cy="2900680"/>
          </a:xfrm>
          <a:noFill/>
        </p:spPr>
        <p:txBody>
          <a:bodyPr>
            <a:noAutofit/>
          </a:bodyPr>
          <a:lstStyle/>
          <a:p>
            <a:r>
              <a:rPr lang="en-US" dirty="0"/>
              <a:t>OVERCOMING NERVOUSNESS</a:t>
            </a:r>
          </a:p>
        </p:txBody>
      </p:sp>
      <p:pic>
        <p:nvPicPr>
          <p:cNvPr id="91" name="Picture Placeholder 90" descr="A person sitting at a table with her fingers up">
            <a:extLst>
              <a:ext uri="{FF2B5EF4-FFF2-40B4-BE49-F238E27FC236}">
                <a16:creationId xmlns:a16="http://schemas.microsoft.com/office/drawing/2014/main" id="{BC622EA4-CCB7-907A-0126-D0A68A5DC780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451" r="451"/>
          <a:stretch/>
        </p:blipFill>
        <p:spPr>
          <a:xfrm flipH="1">
            <a:off x="6086167" y="-22225"/>
            <a:ext cx="6080760" cy="6902450"/>
          </a:xfrm>
        </p:spPr>
      </p:pic>
      <p:sp>
        <p:nvSpPr>
          <p:cNvPr id="15" name="Subtitle 14">
            <a:extLst>
              <a:ext uri="{FF2B5EF4-FFF2-40B4-BE49-F238E27FC236}">
                <a16:creationId xmlns:a16="http://schemas.microsoft.com/office/drawing/2014/main" id="{9C373000-EEA1-D16F-189A-338FFDA2E70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17600" y="4145280"/>
            <a:ext cx="5066250" cy="690880"/>
          </a:xfrm>
        </p:spPr>
        <p:txBody>
          <a:bodyPr/>
          <a:lstStyle/>
          <a:p>
            <a:r>
              <a:rPr lang="en-US"/>
              <a:t>CONFIDENCE-BUILDING STRATEGIES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04385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5F5E3-2B1C-7C0A-8581-67A9052D13AA}"/>
              </a:ext>
            </a:extLst>
          </p:cNvPr>
          <p:cNvSpPr>
            <a:spLocks noGrp="1"/>
          </p:cNvSpPr>
          <p:nvPr>
            <p:ph type="title"/>
          </p:nvPr>
        </p:nvSpPr>
        <p:spPr>
          <a:noFill/>
        </p:spPr>
        <p:txBody>
          <a:bodyPr anchor="ctr"/>
          <a:lstStyle/>
          <a:p>
            <a:r>
              <a:rPr lang="en-US" dirty="0"/>
              <a:t>ENGAGING THE AUDIENCE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A33159-D030-2F82-A142-F75940728319}"/>
              </a:ext>
            </a:extLst>
          </p:cNvPr>
          <p:cNvSpPr>
            <a:spLocks noGrp="1"/>
          </p:cNvSpPr>
          <p:nvPr>
            <p:ph idx="1"/>
          </p:nvPr>
        </p:nvSpPr>
        <p:spPr>
          <a:noFill/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Make eye contact with your audience to create a sense of intimacy and involvement</a:t>
            </a:r>
          </a:p>
          <a:p>
            <a:r>
              <a:rPr lang="en-US" dirty="0"/>
              <a:t>Weave relatable stories into your presentation using narratives that make your message memorable and impactful</a:t>
            </a:r>
          </a:p>
          <a:p>
            <a:r>
              <a:rPr lang="en-US" dirty="0"/>
              <a:t>Encourage questions and provide thoughtful responses to enhance audience participation</a:t>
            </a:r>
          </a:p>
          <a:p>
            <a:r>
              <a:rPr lang="en-US" dirty="0"/>
              <a:t>Use live polls or surveys to gather audience opinions, promoting engagement and making sure the audience feel involved</a:t>
            </a:r>
          </a:p>
        </p:txBody>
      </p:sp>
    </p:spTree>
    <p:extLst>
      <p:ext uri="{BB962C8B-B14F-4D97-AF65-F5344CB8AC3E}">
        <p14:creationId xmlns:p14="http://schemas.microsoft.com/office/powerpoint/2010/main" val="36666746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11" descr="A close up of dots&#10;">
            <a:extLst>
              <a:ext uri="{FF2B5EF4-FFF2-40B4-BE49-F238E27FC236}">
                <a16:creationId xmlns:a16="http://schemas.microsoft.com/office/drawing/2014/main" id="{030E03B4-DAB0-F43D-4B1C-C54F75E621A1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4AB1CD4B-2C7F-1593-8E69-B7450F3DCA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62437" y="400485"/>
            <a:ext cx="9467127" cy="2527911"/>
          </a:xfrm>
        </p:spPr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6613063-168A-02B8-4326-BB842F3B83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62075" y="3738622"/>
            <a:ext cx="9467850" cy="2527911"/>
          </a:xfrm>
        </p:spPr>
        <p:txBody>
          <a:bodyPr/>
          <a:lstStyle/>
          <a:p>
            <a:r>
              <a:rPr lang="en-US" dirty="0"/>
              <a:t>Brita Tamm</a:t>
            </a:r>
          </a:p>
          <a:p>
            <a:r>
              <a:rPr lang="en-US" dirty="0"/>
              <a:t>502-555-0152</a:t>
            </a:r>
          </a:p>
          <a:p>
            <a:r>
              <a:rPr lang="en-US" dirty="0"/>
              <a:t>brita@firstupconsultants.com</a:t>
            </a:r>
          </a:p>
          <a:p>
            <a:r>
              <a:rPr lang="en-US" dirty="0"/>
              <a:t>www.firstupconsultants.com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4472291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Tech presentation">
      <a:dk1>
        <a:srgbClr val="000000"/>
      </a:dk1>
      <a:lt1>
        <a:srgbClr val="FFFFFF"/>
      </a:lt1>
      <a:dk2>
        <a:srgbClr val="435369"/>
      </a:dk2>
      <a:lt2>
        <a:srgbClr val="E8E8E8"/>
      </a:lt2>
      <a:accent1>
        <a:srgbClr val="A53F51"/>
      </a:accent1>
      <a:accent2>
        <a:srgbClr val="E89756"/>
      </a:accent2>
      <a:accent3>
        <a:srgbClr val="2F3342"/>
      </a:accent3>
      <a:accent4>
        <a:srgbClr val="2B2052"/>
      </a:accent4>
      <a:accent5>
        <a:srgbClr val="00023A"/>
      </a:accent5>
      <a:accent6>
        <a:srgbClr val="7E7E7E"/>
      </a:accent6>
      <a:hlink>
        <a:srgbClr val="467886"/>
      </a:hlink>
      <a:folHlink>
        <a:srgbClr val="96607D"/>
      </a:folHlink>
    </a:clrScheme>
    <a:fontScheme name="Custom 99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TM55661986_wac_CP_V19" id="{030227AD-26D8-46F7-B412-6532AF4DDFEA}" vid="{787E6F9C-FC70-455D-8D81-5DEDA8A08FF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F2A2379-DD35-4769-BFD6-4857D72F808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85C2645A-E767-4D7E-984D-234E531E4556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0F048343-1EA9-44C3-883E-652FAAF0713E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Custom</Template>
  <TotalTime>3</TotalTime>
  <Words>84</Words>
  <Application>Microsoft Macintosh PowerPoint</Application>
  <PresentationFormat>Widescreen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0" baseType="lpstr">
      <vt:lpstr>Aptos</vt:lpstr>
      <vt:lpstr>Arial</vt:lpstr>
      <vt:lpstr>Calibri</vt:lpstr>
      <vt:lpstr>Calibri Light</vt:lpstr>
      <vt:lpstr>Wingdings</vt:lpstr>
      <vt:lpstr>Custom</vt:lpstr>
      <vt:lpstr>BASIC PRESENTATION</vt:lpstr>
      <vt:lpstr>OVERCOMING NERVOUSNESS</vt:lpstr>
      <vt:lpstr>ENGAGING THE AUDIENCE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Sebastian Ahrens</dc:creator>
  <cp:lastModifiedBy>Sebastian Ahrens</cp:lastModifiedBy>
  <cp:revision>2</cp:revision>
  <dcterms:created xsi:type="dcterms:W3CDTF">2026-05-20T06:47:32Z</dcterms:created>
  <dcterms:modified xsi:type="dcterms:W3CDTF">2026-05-20T06:50:39Z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