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10"/>
    <p:restoredTop sz="94705"/>
  </p:normalViewPr>
  <p:slideViewPr>
    <p:cSldViewPr>
      <p:cViewPr varScale="1">
        <p:scale>
          <a:sx n="111" d="100"/>
          <a:sy n="111" d="100"/>
        </p:scale>
        <p:origin x="5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  <a:latin typeface="Georgia" panose="02040502050405020303" pitchFamily="18" charset="0"/>
              </a:defRPr>
            </a:lvl1pPr>
          </a:lstStyle>
          <a:p>
            <a:fld id="{A1B2C3D4-E5F6-7890-ABCD-EF123456789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  <a:latin typeface="Georgia" panose="02040502050405020303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  <a:latin typeface="Georgia" panose="02040502050405020303" pitchFamily="18" charset="0"/>
              </a:defRPr>
            </a:lvl1pPr>
          </a:lstStyle>
          <a:p>
            <a:fld id="{B2C3D4E5-F6A7-8901-BCDE-F123456789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Accent Bar"/>
          <p:cNvSpPr/>
          <p:nvPr/>
        </p:nvSpPr>
        <p:spPr>
          <a:xfrm rot="5400000">
            <a:off x="5977093" y="-5984719"/>
            <a:ext cx="237813" cy="121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Georgia" panose="02040502050405020303" pitchFamily="18" charset="0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Georgia" panose="02040502050405020303" pitchFamily="18" charset="0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Georgia" panose="02040502050405020303" pitchFamily="18" charset="0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Georgia" panose="02040502050405020303" pitchFamily="18" charset="0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Georgia" panose="02040502050405020303" pitchFamily="18" charset="0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3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Georgia</vt:lpstr>
      <vt:lpstr>Forest Green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Sebastian Ahrens</cp:lastModifiedBy>
  <cp:revision>2</cp:revision>
  <dcterms:created xsi:type="dcterms:W3CDTF">2000-01-01T00:00:00Z</dcterms:created>
  <dcterms:modified xsi:type="dcterms:W3CDTF">2026-04-04T14:52:23Z</dcterms:modified>
</cp:coreProperties>
</file>