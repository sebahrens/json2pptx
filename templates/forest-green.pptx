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Title Underline"/>
          <p:cNvSpPr/>
          <p:nvPr/>
        </p:nvSpPr>
        <p:spPr>
          <a:xfrm>
            <a:off x="838200" y="1703388"/>
            <a:ext cx="10515600" cy="2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Corner Mark"/>
          <p:cNvSpPr/>
          <p:nvPr/>
        </p:nvSpPr>
        <p:spPr>
          <a:xfrm flipH="1">
            <a:off x="11887200" y="6553200"/>
            <a:ext cx="304800" cy="304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