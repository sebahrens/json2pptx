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1268413"/>
            <a:ext cx="6400800" cy="3417887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quarter" idx="1" hasCustomPrompt="1"/>
          </p:nvPr>
        </p:nvSpPr>
        <p:spPr>
          <a:xfrm>
            <a:off x="7886700" y="1268413"/>
            <a:ext cx="3182938" cy="3417887"/>
          </a:xfrm>
        </p:spPr>
        <p:txBody>
          <a:bodyPr/>
          <a:lstStyle>
            <a:lvl1pPr marL="11113" indent="-11113">
              <a:buNone/>
              <a:defRPr sz="9600"/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485900" y="685800"/>
            <a:ext cx="9486900" cy="1851025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485900" y="2667000"/>
            <a:ext cx="9486900" cy="1371600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</a:defRPr>
            </a:lvl1pPr>
          </a:lstStyle>
          <a:p>
            <a:fld id="{A1B2C3D4-E5F6-7890-ABCD-EF1234567890}" type="datetimeFigureOut">
              <a:rPr lang="en-US"/>
              <a:t>1/1/2000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</a:defRPr>
            </a:lvl1pPr>
          </a:lstStyle>
          <a:p>
            <a:fld id="{B2C3D4E5-F6A7-8901-BCDE-F12345678901}" type="slidenum">
              <a:rPr lang="en-US"/>
              <a:t>‹#›</a:t>
            </a:fld>
          </a:p>
        </p:txBody>
      </p:sp>
      <p:sp>
        <p:nvSpPr>
          <p:cNvPr id="7" name="Accent Bar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2000" kern="1200">
          <a:solidFill>
            <a:schemeClr val="dk2"/>
          </a:solidFill>
          <a:latin typeface="+mn-lt"/>
          <a:ea typeface="+mn-ea"/>
          <a:cs typeface="+mn-cs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800" kern="1200">
          <a:solidFill>
            <a:schemeClr val="dk2"/>
          </a:solidFill>
          <a:latin typeface="+mn-lt"/>
          <a:ea typeface="+mn-ea"/>
          <a:cs typeface="+mn-cs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600" kern="1200">
          <a:solidFill>
            <a:schemeClr val="dk2"/>
          </a:solidFill>
          <a:latin typeface="+mn-lt"/>
          <a:ea typeface="+mn-ea"/>
          <a:cs typeface="+mn-cs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600" kern="1200">
          <a:solidFill>
            <a:schemeClr val="dk2"/>
          </a:solidFill>
          <a:latin typeface="+mn-lt"/>
          <a:ea typeface="+mn-ea"/>
          <a:cs typeface="+mn-cs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600" kern="1200">
          <a:solidFill>
            <a:schemeClr val="dk2"/>
          </a:solidFill>
          <a:latin typeface="+mn-lt"/>
          <a:ea typeface="+mn-ea"/>
          <a:cs typeface="+mn-cs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Forest Green">
  <a:themeElements>
    <a:clrScheme name="Forest Green">
      <a:dk1>
        <a:srgbClr val="000000"/>
      </a:dk1>
      <a:lt1>
        <a:srgbClr val="FFFFFF"/>
      </a:lt1>
      <a:dk2>
        <a:srgbClr val="1A3C34"/>
      </a:dk2>
      <a:lt2>
        <a:srgbClr val="EDF5F0"/>
      </a:lt2>
      <a:accent1>
        <a:srgbClr val="2E7D32"/>
      </a:accent1>
      <a:accent2>
        <a:srgbClr val="FF8F00"/>
      </a:accent2>
      <a:accent3>
        <a:srgbClr val="1565C0"/>
      </a:accent3>
      <a:accent4>
        <a:srgbClr val="6A1B9A"/>
      </a:accent4>
      <a:accent5>
        <a:srgbClr val="00838F"/>
      </a:accent5>
      <a:accent6>
        <a:srgbClr val="C62828"/>
      </a:accent6>
      <a:hlink>
        <a:srgbClr val="1565C0"/>
      </a:hlink>
      <a:folHlink>
        <a:srgbClr val="7986CB"/>
      </a:folHlink>
    </a:clrScheme>
    <a:fontScheme name="Forest Green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Forest Green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Forest Green</Template>
  <TotalTime>0</TotalTime>
  <Words>0</Words>
  <Application>go-slide-creator</Application>
  <PresentationFormat>Widescreen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