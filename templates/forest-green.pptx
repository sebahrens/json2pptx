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23316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 anchor="ctr"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Title Underline"/>
          <p:cNvSpPr/>
          <p:nvPr/>
        </p:nvSpPr>
        <p:spPr>
          <a:xfrm>
            <a:off x="838200" y="1703388"/>
            <a:ext cx="10515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Corner Mark"/>
          <p:cNvSpPr/>
          <p:nvPr/>
        </p:nvSpPr>
        <p:spPr>
          <a:xfrm flipH="1">
            <a:off x="11887200" y="6553200"/>
            <a:ext cx="304800" cy="304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•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orest Green">
  <a:themeElements>
    <a:clrScheme name="Forest Green">
      <a:dk1>
        <a:srgbClr val="000000"/>
      </a:dk1>
      <a:lt1>
        <a:srgbClr val="FFFFFF"/>
      </a:lt1>
      <a:dk2>
        <a:srgbClr val="1A3C34"/>
      </a:dk2>
      <a:lt2>
        <a:srgbClr val="EDF5F0"/>
      </a:lt2>
      <a:accent1>
        <a:srgbClr val="2E7D32"/>
      </a:accent1>
      <a:accent2>
        <a:srgbClr val="FF8F00"/>
      </a:accent2>
      <a:accent3>
        <a:srgbClr val="1565C0"/>
      </a:accent3>
      <a:accent4>
        <a:srgbClr val="6A1B9A"/>
      </a:accent4>
      <a:accent5>
        <a:srgbClr val="00838F"/>
      </a:accent5>
      <a:accent6>
        <a:srgbClr val="C62828"/>
      </a:accent6>
      <a:hlink>
        <a:srgbClr val="1565C0"/>
      </a:hlink>
      <a:folHlink>
        <a:srgbClr val="7986CB"/>
      </a:folHlink>
    </a:clrScheme>
    <a:fontScheme name="Forest Gree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orest Green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Forest Green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