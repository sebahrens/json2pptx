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324000" y="0"/>
            <a:ext cx="72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">
  <a:themeElements>
    <a:clrScheme name="Midnight Blue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