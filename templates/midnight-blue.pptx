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son" ContentType="application/json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100" d="100"/>
          <a:sy n="100" d="100"/>
        </p:scale>
        <p:origin x="0" y="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>
            <a:noAutofit/>
          </a:bodyPr>
          <a:lstStyle>
            <a:lvl1pPr algn="ctr">
              <a:defRPr sz="6000">
                <a:solidFill>
                  <a:schemeClr val="dk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>
            <a:normAutofit/>
          </a:bodyPr>
          <a:lstStyle>
            <a:lvl1pPr marL="0" indent="0" algn="ctr">
              <a:buNone/>
              <a:defRPr sz="2400"/>
            </a:lvl1pPr>
          </a:lstStyle>
          <a:p>
            <a:r>
              <a:rPr lang="en-US"/>
              <a:t>Click to edit Master subtitle style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On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body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body"/>
          <p:cNvSpPr>
            <a:spLocks noGrp="1"/>
          </p:cNvSpPr>
          <p:nvPr>
            <p:ph type="body"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4" name="body_2"/>
          <p:cNvSpPr>
            <a:spLocks noGrp="1"/>
          </p:cNvSpPr>
          <p:nvPr>
            <p:ph type="body"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838200" y="1268413"/>
            <a:ext cx="6400800" cy="3417887"/>
          </a:xfrm>
        </p:spPr>
        <p:txBody>
          <a:bodyPr anchor="ctr">
            <a:normAutofit/>
          </a:bodyPr>
          <a:lstStyle>
            <a:lvl1pPr>
              <a:buNone/>
              <a:defRPr sz="3600"/>
            </a:lvl1pPr>
          </a:lstStyle>
          <a:p>
            <a:r>
              <a:rPr lang="en-US"/>
              <a:t>Section Title</a:t>
            </a:r>
          </a:p>
        </p:txBody>
      </p:sp>
      <p:sp>
        <p:nvSpPr>
          <p:cNvPr id="3" name="body"/>
          <p:cNvSpPr>
            <a:spLocks noGrp="1"/>
          </p:cNvSpPr>
          <p:nvPr>
            <p:ph type="body" sz="quarter" idx="1" hasCustomPrompt="1"/>
          </p:nvPr>
        </p:nvSpPr>
        <p:spPr>
          <a:xfrm>
            <a:off x="7886700" y="1268413"/>
            <a:ext cx="3182938" cy="3417887"/>
          </a:xfrm>
        </p:spPr>
        <p:txBody>
          <a:bodyPr/>
          <a:lstStyle>
            <a:lvl1pPr marL="11113" indent="-11113">
              <a:buNone/>
              <a:defRPr sz="9600"/>
            </a:lvl1pPr>
          </a:lstStyle>
          <a:p>
            <a:pPr lvl="0"/>
            <a:r>
              <a:rPr lang="en-US"/>
              <a:t>#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s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ctrTitle"/>
          </p:nvPr>
        </p:nvSpPr>
        <p:spPr>
          <a:xfrm>
            <a:off x="1485900" y="685800"/>
            <a:ext cx="9486900" cy="1851025"/>
          </a:xfrm>
        </p:spPr>
        <p:txBody>
          <a:bodyPr anchor="b">
            <a:noAutofit/>
          </a:bodyPr>
          <a:lstStyle>
            <a:lvl1pPr algn="ctr">
              <a:defRPr sz="6600">
                <a:solidFill>
                  <a:schemeClr val="dk2"/>
                </a:solidFill>
              </a:defRPr>
            </a:lvl1pPr>
          </a:lstStyle>
          <a:p>
            <a:endParaRPr lang="en-US"/>
          </a:p>
        </p:txBody>
      </p:sp>
      <p:sp>
        <p:nvSpPr>
          <p:cNvPr id="3" name="subtitle"/>
          <p:cNvSpPr>
            <a:spLocks noGrp="1"/>
          </p:cNvSpPr>
          <p:nvPr>
            <p:ph type="subTitle" idx="1"/>
          </p:nvPr>
        </p:nvSpPr>
        <p:spPr>
          <a:xfrm>
            <a:off x="1485900" y="2667000"/>
            <a:ext cx="9486900" cy="1371600"/>
          </a:xfrm>
        </p:spPr>
        <p:txBody>
          <a:bodyPr>
            <a:normAutofit/>
          </a:bodyPr>
          <a:lstStyle>
            <a:lvl1pPr marL="0" indent="0" algn="ctr">
              <a:buNone/>
              <a:defRPr sz="2400"/>
            </a:lvl1pPr>
          </a:lstStyle>
          <a:p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+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body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dk2"/>
                </a:solidFill>
              </a:defRPr>
            </a:lvl1pPr>
          </a:lstStyle>
          <a:p>
            <a:fld id="{A1B2C3D4-E5F6-7890-ABCD-EF1234567890}" type="datetimeFigureOut">
              <a:rPr lang="en-US"/>
              <a:t>1/1/2000</a:t>
            </a:fld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dk2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dk2"/>
                </a:solidFill>
              </a:defRPr>
            </a:lvl1pPr>
          </a:lstStyle>
          <a:p>
            <a:fld id="{B2C3D4E5-F6A7-8901-BCDE-F12345678901}" type="slidenum">
              <a:rPr lang="en-US"/>
              <a:t>‹#›</a:t>
            </a:fld>
          </a:p>
        </p:txBody>
      </p:sp>
      <p:sp>
        <p:nvSpPr>
          <p:cNvPr id="7" name="Accent Bar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dk2"/>
          </a:solidFill>
          <a:latin typeface="+mj-lt"/>
          <a:ea typeface="+mj-ea"/>
          <a:cs typeface="+mj-cs"/>
        </a:defRPr>
      </a:lvl1pPr>
    </p:titleStyle>
    <p:bodyStyle>
      <a:lvl1pPr marL="384048" indent="-384048" algn="l" defTabSz="914400" rtl="0" eaLnBrk="1" latinLnBrk="0" hangingPunct="1">
        <a:lnSpc>
          <a:spcPct val="94000"/>
        </a:lnSpc>
        <a:spcBef>
          <a:spcPts val="800"/>
        </a:spcBef>
        <a:spcAft>
          <a:spcPts val="200"/>
        </a:spcAft>
        <a:buChar char="■"/>
        <a:defRPr sz="2000" kern="1200">
          <a:solidFill>
            <a:schemeClr val="dk2"/>
          </a:solidFill>
          <a:latin typeface="+mn-lt"/>
          <a:ea typeface="+mn-ea"/>
          <a:cs typeface="+mn-cs"/>
        </a:defRPr>
      </a:lvl1pPr>
      <a:lvl2pPr marL="768096" indent="-384048" algn="l" defTabSz="914400" rtl="0" eaLnBrk="1" latinLnBrk="0" hangingPunct="1">
        <a:lnSpc>
          <a:spcPct val="94000"/>
        </a:lnSpc>
        <a:spcBef>
          <a:spcPts val="800"/>
        </a:spcBef>
        <a:spcAft>
          <a:spcPts val="200"/>
        </a:spcAft>
        <a:buChar char="■"/>
        <a:defRPr sz="1800" kern="1200">
          <a:solidFill>
            <a:schemeClr val="dk2"/>
          </a:solidFill>
          <a:latin typeface="+mn-lt"/>
          <a:ea typeface="+mn-ea"/>
          <a:cs typeface="+mn-cs"/>
        </a:defRPr>
      </a:lvl2pPr>
      <a:lvl3pPr marL="1152144" indent="-384048" algn="l" defTabSz="914400" rtl="0" eaLnBrk="1" latinLnBrk="0" hangingPunct="1">
        <a:lnSpc>
          <a:spcPct val="94000"/>
        </a:lnSpc>
        <a:spcBef>
          <a:spcPts val="800"/>
        </a:spcBef>
        <a:spcAft>
          <a:spcPts val="200"/>
        </a:spcAft>
        <a:buChar char="■"/>
        <a:defRPr sz="1600" kern="1200">
          <a:solidFill>
            <a:schemeClr val="dk2"/>
          </a:solidFill>
          <a:latin typeface="+mn-lt"/>
          <a:ea typeface="+mn-ea"/>
          <a:cs typeface="+mn-cs"/>
        </a:defRPr>
      </a:lvl3pPr>
      <a:lvl4pPr marL="1536192" indent="-384048" algn="l" defTabSz="914400" rtl="0" eaLnBrk="1" latinLnBrk="0" hangingPunct="1">
        <a:lnSpc>
          <a:spcPct val="94000"/>
        </a:lnSpc>
        <a:spcBef>
          <a:spcPts val="800"/>
        </a:spcBef>
        <a:spcAft>
          <a:spcPts val="200"/>
        </a:spcAft>
        <a:buChar char="■"/>
        <a:defRPr sz="1600" kern="1200">
          <a:solidFill>
            <a:schemeClr val="dk2"/>
          </a:solidFill>
          <a:latin typeface="+mn-lt"/>
          <a:ea typeface="+mn-ea"/>
          <a:cs typeface="+mn-cs"/>
        </a:defRPr>
      </a:lvl4pPr>
      <a:lvl5pPr marL="1920240" indent="-384048" algn="l" defTabSz="914400" rtl="0" eaLnBrk="1" latinLnBrk="0" hangingPunct="1">
        <a:lnSpc>
          <a:spcPct val="94000"/>
        </a:lnSpc>
        <a:spcBef>
          <a:spcPts val="800"/>
        </a:spcBef>
        <a:spcAft>
          <a:spcPts val="200"/>
        </a:spcAft>
        <a:buChar char="■"/>
        <a:defRPr sz="1600" kern="1200">
          <a:solidFill>
            <a:schemeClr val="dk2"/>
          </a:solidFill>
          <a:latin typeface="+mn-lt"/>
          <a:ea typeface="+mn-ea"/>
          <a:cs typeface="+mn-cs"/>
        </a:defRPr>
      </a:lvl5pPr>
      <a:lvl6pPr marL="2304288" indent="-384048" algn="l" defTabSz="914400" rtl="0" eaLnBrk="1" latinLnBrk="0" hangingPunct="1">
        <a:lnSpc>
          <a:spcPct val="94000"/>
        </a:lnSpc>
        <a:spcBef>
          <a:spcPts val="800"/>
        </a:spcBef>
        <a:spcAft>
          <a:spcPts val="200"/>
        </a:spcAft>
        <a:buChar char="■"/>
        <a:defRPr sz="1400" kern="1200">
          <a:solidFill>
            <a:schemeClr val="dk2"/>
          </a:solidFill>
          <a:latin typeface="+mn-lt"/>
          <a:ea typeface="+mn-ea"/>
          <a:cs typeface="+mn-cs"/>
        </a:defRPr>
      </a:lvl6pPr>
      <a:lvl7pPr marL="2688336" indent="-384048" algn="l" defTabSz="914400" rtl="0" eaLnBrk="1" latinLnBrk="0" hangingPunct="1">
        <a:lnSpc>
          <a:spcPct val="94000"/>
        </a:lnSpc>
        <a:spcBef>
          <a:spcPts val="800"/>
        </a:spcBef>
        <a:spcAft>
          <a:spcPts val="200"/>
        </a:spcAft>
        <a:buChar char="■"/>
        <a:defRPr sz="1400" kern="1200">
          <a:solidFill>
            <a:schemeClr val="dk2"/>
          </a:solidFill>
          <a:latin typeface="+mn-lt"/>
          <a:ea typeface="+mn-ea"/>
          <a:cs typeface="+mn-cs"/>
        </a:defRPr>
      </a:lvl7pPr>
      <a:lvl8pPr marL="3072384" indent="-384048" algn="l" defTabSz="914400" rtl="0" eaLnBrk="1" latinLnBrk="0" hangingPunct="1">
        <a:lnSpc>
          <a:spcPct val="94000"/>
        </a:lnSpc>
        <a:spcBef>
          <a:spcPts val="800"/>
        </a:spcBef>
        <a:spcAft>
          <a:spcPts val="200"/>
        </a:spcAft>
        <a:buChar char="■"/>
        <a:defRPr sz="1400" kern="1200">
          <a:solidFill>
            <a:schemeClr val="dk2"/>
          </a:solidFill>
          <a:latin typeface="+mn-lt"/>
          <a:ea typeface="+mn-ea"/>
          <a:cs typeface="+mn-cs"/>
        </a:defRPr>
      </a:lvl8pPr>
      <a:lvl9pPr marL="3456432" indent="-384048" algn="l" defTabSz="914400" rtl="0" eaLnBrk="1" latinLnBrk="0" hangingPunct="1">
        <a:lnSpc>
          <a:spcPct val="94000"/>
        </a:lnSpc>
        <a:spcBef>
          <a:spcPts val="800"/>
        </a:spcBef>
        <a:spcAft>
          <a:spcPts val="200"/>
        </a:spcAft>
        <a:buChar char="■"/>
        <a:defRPr sz="1400" kern="1200">
          <a:solidFill>
            <a:schemeClr val="dk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Midnight Blue">
  <a:themeElements>
    <a:clrScheme name="Midnight Blue">
      <a:dk1>
        <a:srgbClr val="000000"/>
      </a:dk1>
      <a:lt1>
        <a:srgbClr val="FFFFFF"/>
      </a:lt1>
      <a:dk2>
        <a:srgbClr val="1B2A4A"/>
      </a:dk2>
      <a:lt2>
        <a:srgbClr val="E8ECF1"/>
      </a:lt2>
      <a:accent1>
        <a:srgbClr val="2E5090"/>
      </a:accent1>
      <a:accent2>
        <a:srgbClr val="D4463A"/>
      </a:accent2>
      <a:accent3>
        <a:srgbClr val="E8A838"/>
      </a:accent3>
      <a:accent4>
        <a:srgbClr val="43A047"/>
      </a:accent4>
      <a:accent5>
        <a:srgbClr val="5C6BC0"/>
      </a:accent5>
      <a:accent6>
        <a:srgbClr val="26A69A"/>
      </a:accent6>
      <a:hlink>
        <a:srgbClr val="2E5090"/>
      </a:hlink>
      <a:folHlink>
        <a:srgbClr val="7986CB"/>
      </a:folHlink>
    </a:clrScheme>
    <a:fontScheme name="Midnight Blu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Midnight Blu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satMod val="105000"/>
                <a:lumMod val="110000"/>
              </a:schemeClr>
            </a:gs>
            <a:gs pos="50000">
              <a:schemeClr val="phClr">
                <a:tint val="73000"/>
                <a:satMod val="103000"/>
                <a:lumMod val="105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in">
          <a:solidFill>
            <a:schemeClr val="phClr"/>
          </a:solidFill>
          <a:prstDash val="solid"/>
        </a:ln>
        <a:ln w="12700" cap="flat" cmpd="sng" algn="in">
          <a:solidFill>
            <a:schemeClr val="phClr"/>
          </a:solidFill>
          <a:prstDash val="solid"/>
        </a:ln>
        <a:ln w="19050" cap="flat" cmpd="sng" algn="in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Midnight Blue</Template>
  <TotalTime>0</TotalTime>
  <Words>0</Words>
  <Application>go-slide-creator</Application>
  <PresentationFormat>Widescreen</PresentationFormat>
  <Paragraphs>0</Paragraphs>
  <Slides>4</Slides>
  <Notes>0</Notes>
  <HiddenSlides>0</HiddenSlides>
  <MMClips>0</MMClips>
  <ScaleCrop>false</ScaleCrop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go-slide-creator</dc:creator>
  <cp:lastModifiedBy>go-slide-creator</cp:lastModifiedBy>
  <cp:revision>1</cp:revision>
  <dcterms:created xsi:type="dcterms:W3CDTF">2000-01-01T00:00:00Z</dcterms:created>
  <dcterms:modified xsi:type="dcterms:W3CDTF">2000-01-01T00:00:00Z</dcterms:modified>
</cp:coreProperties>
</file>