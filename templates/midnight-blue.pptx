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>
              <a:buNone/>
              <a:defRPr sz="9600"/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