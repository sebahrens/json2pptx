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Accent Bar"/>
          <p:cNvSpPr/>
          <p:nvPr/>
        </p:nvSpPr>
        <p:spPr>
          <a:xfrm>
            <a:off x="0" y="0"/>
            <a:ext cx="144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Accent Stripe"/>
          <p:cNvSpPr/>
          <p:nvPr/>
        </p:nvSpPr>
        <p:spPr>
          <a:xfrm>
            <a:off x="324000" y="0"/>
            <a:ext cx="72000" cy="6858000"/>
          </a:xfrm>
          <a:prstGeom prst="rect">
            <a:avLst/>
          </a:prstGeom>
          <a:solidFill>
            <a:srgbClr val="F4C43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■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Midnight Blue">
  <a:themeElements>
    <a:clrScheme name="Midnight Blue">
      <a:dk1>
        <a:srgbClr val="000000"/>
      </a:dk1>
      <a:lt1>
        <a:srgbClr val="FFFFFF"/>
      </a:lt1>
      <a:dk2>
        <a:srgbClr val="1B2A4A"/>
      </a:dk2>
      <a:lt2>
        <a:srgbClr val="E8ECF1"/>
      </a:lt2>
      <a:accent1>
        <a:srgbClr val="2E5090"/>
      </a:accent1>
      <a:accent2>
        <a:srgbClr val="D4463A"/>
      </a:accent2>
      <a:accent3>
        <a:srgbClr val="E8A838"/>
      </a:accent3>
      <a:accent4>
        <a:srgbClr val="43A047"/>
      </a:accent4>
      <a:accent5>
        <a:srgbClr val="5C6BC0"/>
      </a:accent5>
      <a:accent6>
        <a:srgbClr val="26A69A"/>
      </a:accent6>
      <a:hlink>
        <a:srgbClr val="2E5090"/>
      </a:hlink>
      <a:folHlink>
        <a:srgbClr val="7986CB"/>
      </a:folHlink>
    </a:clrScheme>
    <a:fontScheme name="Midnight Blu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Midnight Blu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Midnight Blue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