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705"/>
  </p:normalViewPr>
  <p:slideViewPr>
    <p:cSldViewPr>
      <p:cViewPr varScale="1">
        <p:scale>
          <a:sx n="90" d="100"/>
          <a:sy n="90" d="100"/>
        </p:scale>
        <p:origin x="1336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6000">
                <a:solidFill>
                  <a:schemeClr val="dk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r>
              <a:rPr lang="en-US"/>
              <a:t>Click to edit Master subtitle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1268413"/>
            <a:ext cx="6400800" cy="3417887"/>
          </a:xfrm>
        </p:spPr>
        <p:txBody>
          <a:bodyPr anchor="ctr">
            <a:normAutofit/>
          </a:bodyPr>
          <a:lstStyle>
            <a:lvl1pPr>
              <a:buNone/>
              <a:defRPr sz="3600"/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sz="quarter" idx="1" hasCustomPrompt="1"/>
          </p:nvPr>
        </p:nvSpPr>
        <p:spPr>
          <a:xfrm>
            <a:off x="7886700" y="1268413"/>
            <a:ext cx="3182938" cy="3417887"/>
          </a:xfrm>
        </p:spPr>
        <p:txBody>
          <a:bodyPr/>
          <a:lstStyle>
            <a:lvl1pPr marL="11113" indent="-11113">
              <a:buNone/>
              <a:defRPr sz="9600"/>
            </a:lvl1pPr>
          </a:lstStyle>
          <a:p>
            <a:pPr lvl="0"/>
            <a:r>
              <a:rPr lang="en-US"/>
              <a:t>#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485900" y="685800"/>
            <a:ext cx="9486900" cy="1851025"/>
          </a:xfrm>
        </p:spPr>
        <p:txBody>
          <a:bodyPr anchor="b">
            <a:noAutofit/>
          </a:bodyPr>
          <a:lstStyle>
            <a:lvl1pPr algn="ctr">
              <a:defRPr sz="66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485900" y="2667000"/>
            <a:ext cx="9486900" cy="1371600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dk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A1B2C3D4-E5F6-7890-ABCD-EF1234567890}" type="datetimeFigureOut">
              <a:rPr lang="en-US" smtClean="0"/>
              <a:pPr/>
              <a:t>4/4/26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dk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dk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2C3D4E5-F6A7-8901-BCDE-F123456789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Accent Bar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Accent Bar">
            <a:extLst>
              <a:ext uri="{FF2B5EF4-FFF2-40B4-BE49-F238E27FC236}">
                <a16:creationId xmlns:a16="http://schemas.microsoft.com/office/drawing/2014/main" id="{20ACA961-AC17-8A9B-CB07-9A7941BC9072}"/>
              </a:ext>
            </a:extLst>
          </p:cNvPr>
          <p:cNvSpPr/>
          <p:nvPr userDrawn="1"/>
        </p:nvSpPr>
        <p:spPr>
          <a:xfrm>
            <a:off x="263360" y="0"/>
            <a:ext cx="72000" cy="68580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txBody>
          <a:bodyPr/>
          <a:lstStyle/>
          <a:p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dk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2000" kern="1200">
          <a:solidFill>
            <a:schemeClr val="dk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6809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800" kern="1200">
          <a:solidFill>
            <a:schemeClr val="dk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5214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600" kern="1200">
          <a:solidFill>
            <a:schemeClr val="dk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53619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600" kern="1200">
          <a:solidFill>
            <a:schemeClr val="dk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920240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600" kern="1200">
          <a:solidFill>
            <a:schemeClr val="dk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30428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6pPr>
      <a:lvl7pPr marL="268833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7pPr>
      <a:lvl8pPr marL="307238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8pPr>
      <a:lvl9pPr marL="345643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Midnight Blue">
  <a:themeElements>
    <a:clrScheme name="Midnight Blue">
      <a:dk1>
        <a:srgbClr val="000000"/>
      </a:dk1>
      <a:lt1>
        <a:srgbClr val="FFFFFF"/>
      </a:lt1>
      <a:dk2>
        <a:srgbClr val="1B2A4A"/>
      </a:dk2>
      <a:lt2>
        <a:srgbClr val="E8ECF1"/>
      </a:lt2>
      <a:accent1>
        <a:srgbClr val="2E5090"/>
      </a:accent1>
      <a:accent2>
        <a:srgbClr val="D4463A"/>
      </a:accent2>
      <a:accent3>
        <a:srgbClr val="E8A838"/>
      </a:accent3>
      <a:accent4>
        <a:srgbClr val="43A047"/>
      </a:accent4>
      <a:accent5>
        <a:srgbClr val="5C6BC0"/>
      </a:accent5>
      <a:accent6>
        <a:srgbClr val="26A69A"/>
      </a:accent6>
      <a:hlink>
        <a:srgbClr val="2E5090"/>
      </a:hlink>
      <a:folHlink>
        <a:srgbClr val="7986CB"/>
      </a:folHlink>
    </a:clrScheme>
    <a:fontScheme name="Midnight Blu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idnight Blu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Midnight Blue</Template>
  <TotalTime>2</TotalTime>
  <Words>0</Words>
  <Application>Microsoft Macintosh PowerPoint</Application>
  <PresentationFormat>Widescreen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6" baseType="lpstr">
      <vt:lpstr>Arial</vt:lpstr>
      <vt:lpstr>Midnight Blue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go-slide-creator</dc:creator>
  <cp:lastModifiedBy>Sebastian Ahrens</cp:lastModifiedBy>
  <cp:revision>2</cp:revision>
  <dcterms:created xsi:type="dcterms:W3CDTF">2000-01-01T00:00:00Z</dcterms:created>
  <dcterms:modified xsi:type="dcterms:W3CDTF">2026-04-04T14:48:26Z</dcterms:modified>
</cp:coreProperties>
</file>