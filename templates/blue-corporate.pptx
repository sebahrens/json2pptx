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10479024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536827"/>
            <a:ext cx="5057775" cy="4479925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