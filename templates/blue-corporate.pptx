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Default Extension="json" ContentType="application/json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05" r:id="rId5"/>
    <p:sldId id="307" r:id="rId6"/>
    <p:sldId id="308" r:id="rId7"/>
    <p:sldId id="31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7"/>
    <p:restoredTop sz="94682"/>
  </p:normalViewPr>
  <p:slideViewPr>
    <p:cSldViewPr snapToGrid="0">
      <p:cViewPr varScale="1">
        <p:scale>
          <a:sx n="108" d="100"/>
          <a:sy n="108" d="100"/>
        </p:scale>
        <p:origin x="1056" y="200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5/20/26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subtitle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 marL="0" indent="0">
              <a:buNone/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9167149" y="0"/>
            <a:ext cx="3024850" cy="170147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9978" y="9452"/>
            <a:ext cx="1527375" cy="152737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1186679" y="9452"/>
            <a:ext cx="1005321" cy="15273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body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41248" y="1850000"/>
            <a:ext cx="10479024" cy="4166752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000"/>
            </a:lvl1pPr>
            <a:lvl2pPr>
              <a:lnSpc>
                <a:spcPct val="140000"/>
              </a:lnSpc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841375"/>
            <a:ext cx="6931152" cy="5175377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2CA1527B-3DB0-B164-3B09-C296F0E7D5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29600" y="841375"/>
            <a:ext cx="3600450" cy="5175250"/>
          </a:xfrm>
        </p:spPr>
        <p:txBody>
          <a:bodyPr/>
          <a:lstStyle>
            <a:lvl1pPr>
              <a:buNone/>
              <a:defRPr lang="en-AU" sz="20800" kern="120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##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body"/>
          <p:cNvSpPr>
            <a:spLocks noGrp="1"/>
          </p:cNvSpPr>
          <p:nvPr>
            <p:ph type="body" sz="quarter" idx="1"/>
          </p:nvPr>
        </p:nvSpPr>
        <p:spPr>
          <a:xfrm>
            <a:off x="841248" y="1850000"/>
            <a:ext cx="5057775" cy="416675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 dirty="0"/>
          </a:p>
        </p:txBody>
      </p:sp>
      <p:sp>
        <p:nvSpPr>
          <p:cNvPr id="4" name="body_2"/>
          <p:cNvSpPr>
            <a:spLocks noGrp="1"/>
          </p:cNvSpPr>
          <p:nvPr>
            <p:ph type="body" sz="quarter" idx="2"/>
          </p:nvPr>
        </p:nvSpPr>
        <p:spPr>
          <a:xfrm>
            <a:off x="6262497" y="1850000"/>
            <a:ext cx="5057775" cy="416675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92A910-0A08-40A7-B860-474129805EAB}"/>
              </a:ext>
            </a:extLst>
          </p:cNvPr>
          <p:cNvSpPr>
            <a:spLocks noGrp="1"/>
          </p:cNvSpPr>
          <p:nvPr>
            <p:ph type="dt" sz="quarter" idx="20"/>
          </p:nvPr>
        </p:nvSpPr>
        <p:spPr>
          <a:xfrm>
            <a:off x="432000" y="6365893"/>
            <a:ext cx="32004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703" r:id="rId4"/>
    <p:sldLayoutId id="2147483704" r:id="rId6"/>
    <p:sldLayoutId id="2147483705" r:id="rId7"/>
    <p:sldLayoutId id="214748370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Q4 MARKET 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/>
          <a:p>
            <a:r>
              <a:rPr lang="en-US" dirty="0"/>
              <a:t>Business </a:t>
            </a:r>
            <a:br>
              <a:rPr lang="en-US" dirty="0"/>
            </a:br>
            <a:r>
              <a:rPr lang="en-US" dirty="0"/>
              <a:t>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F36F11-A50A-4347-9430-9522EAFCAB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1248" y="841248"/>
            <a:ext cx="6931152" cy="557784"/>
          </a:xfrm>
        </p:spPr>
        <p:txBody>
          <a:bodyPr/>
          <a:lstStyle/>
          <a:p>
            <a:r>
              <a:rPr lang="en-US" dirty="0"/>
              <a:t>NAVIGATE THE FUTURE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E0E93-C6B0-0C8B-16D2-354982229D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/>
          <a:p>
            <a:r>
              <a:rPr lang="en-US" dirty="0"/>
              <a:t>Strategies</a:t>
            </a:r>
            <a:br>
              <a:rPr lang="en-US" dirty="0"/>
            </a:br>
            <a:r>
              <a:rPr lang="en-US" dirty="0"/>
              <a:t>for growth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52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MARKET ANALYSIS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94AC61-4F6E-98E2-D42B-F2114BBA12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We have identified important key trends that demand our attention.</a:t>
            </a:r>
          </a:p>
          <a:p>
            <a:r>
              <a:rPr lang="en-US" dirty="0"/>
              <a:t>Data reveals a steady increase in consumer demand for sustainable products, presenting an opportunity for our eco-friendly offerings.</a:t>
            </a:r>
          </a:p>
          <a:p>
            <a:r>
              <a:rPr lang="en-US" dirty="0"/>
              <a:t>Our competitors are now focusing on digital marketing strategies, suggesting a shift in consumer behavior.</a:t>
            </a:r>
          </a:p>
          <a:p>
            <a:r>
              <a:rPr lang="en-US" dirty="0"/>
              <a:t>Understanding these nuanced dynamics positions us to adapt and capitalize on emerging market preferences.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027D16-8477-9439-2912-A02011AD8A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/>
          <a:p>
            <a:r>
              <a:rPr lang="en-US" dirty="0"/>
              <a:t>PEYTON DAVIS</a:t>
            </a:r>
            <a:br>
              <a:rPr lang="en-US" dirty="0"/>
            </a:br>
            <a:r>
              <a:rPr lang="en-US" dirty="0"/>
              <a:t>424-555-0124</a:t>
            </a:r>
            <a:br>
              <a:rPr lang="en-US" dirty="0"/>
            </a:br>
            <a:r>
              <a:rPr lang="en-US" dirty="0"/>
              <a:t>PEYTON@PROSEWARE.COM</a:t>
            </a:r>
            <a:br>
              <a:rPr lang="en-US" dirty="0"/>
            </a:br>
            <a:r>
              <a:rPr lang="en-US" dirty="0"/>
              <a:t>WWW.PROSEWARE.COM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3</TotalTime>
  <Words>103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Custom</vt:lpstr>
      <vt:lpstr>Q4 MARKET ANALYSIS </vt:lpstr>
      <vt:lpstr>NAVIGATE THE FUTURE  </vt:lpstr>
      <vt:lpstr>CURRENT MARKET ANALYSIS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Ahrens</dc:creator>
  <cp:lastModifiedBy>Sebastian Ahrens</cp:lastModifiedBy>
  <cp:revision>1</cp:revision>
  <dcterms:created xsi:type="dcterms:W3CDTF">2026-05-20T06:55:13Z</dcterms:created>
  <dcterms:modified xsi:type="dcterms:W3CDTF">2026-05-20T06:58:27Z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