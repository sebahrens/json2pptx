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56CA0EE-1E45-4AA6-A82B-0F5650326712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0" autoAdjust="0"/>
    <p:restoredTop sz="94681"/>
  </p:normalViewPr>
  <p:slideViewPr>
    <p:cSldViewPr snapToGrid="0">
      <p:cViewPr varScale="1">
        <p:scale>
          <a:sx n="103" d="100"/>
          <a:sy n="103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2105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5" y="1946276"/>
            <a:ext cx="11421056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ction Number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97666" y="402336"/>
            <a:ext cx="1142105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397665" y="1946276"/>
            <a:ext cx="5583528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idx="2"/>
          </p:nvPr>
        </p:nvSpPr>
        <p:spPr>
          <a:xfrm>
            <a:off x="6235193" y="1946276"/>
            <a:ext cx="5583528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97666" y="402336"/>
            <a:ext cx="1142105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58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7" y="1953895"/>
            <a:ext cx="11404359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61" r:id="rId2"/>
    <p:sldLayoutId id="2147483809" r:id="rId3"/>
    <p:sldLayoutId id="2147483815" r:id="rId4"/>
    <p:sldLayoutId id="2147483900" r:id="rId5"/>
    <p:sldLayoutId id="2147483901" r:id="rId6"/>
    <p:sldLayoutId id="2147483902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4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4" userDrawn="1">
          <p15:clr>
            <a:srgbClr val="F26B43"/>
          </p15:clr>
        </p15:guide>
        <p15:guide id="17" pos="2067" userDrawn="1">
          <p15:clr>
            <a:srgbClr val="F26B43"/>
          </p15:clr>
        </p15:guide>
        <p15:guide id="18" pos="2600" userDrawn="1">
          <p15:clr>
            <a:srgbClr val="F26B43"/>
          </p15:clr>
        </p15:guide>
        <p15:guide id="19" pos="2670" userDrawn="1">
          <p15:clr>
            <a:srgbClr val="F26B43"/>
          </p15:clr>
        </p15:guide>
        <p15:guide id="20" pos="3204" userDrawn="1">
          <p15:clr>
            <a:srgbClr val="F26B43"/>
          </p15:clr>
        </p15:guide>
        <p15:guide id="21" pos="3275" userDrawn="1">
          <p15:clr>
            <a:srgbClr val="F26B43"/>
          </p15:clr>
        </p15:guide>
        <p15:guide id="22" pos="3807" userDrawn="1">
          <p15:clr>
            <a:srgbClr val="F26B43"/>
          </p15:clr>
        </p15:guide>
        <p15:guide id="23" pos="3879" userDrawn="1">
          <p15:clr>
            <a:srgbClr val="F26B43"/>
          </p15:clr>
        </p15:guide>
        <p15:guide id="24" pos="4412" userDrawn="1">
          <p15:clr>
            <a:srgbClr val="F26B43"/>
          </p15:clr>
        </p15:guide>
        <p15:guide id="25" pos="5016" userDrawn="1">
          <p15:clr>
            <a:srgbClr val="F26B43"/>
          </p15:clr>
        </p15:guide>
        <p15:guide id="26" pos="4484" userDrawn="1">
          <p15:clr>
            <a:srgbClr val="F26B43"/>
          </p15:clr>
        </p15:guide>
        <p15:guide id="27" pos="5088" userDrawn="1">
          <p15:clr>
            <a:srgbClr val="F26B43"/>
          </p15:clr>
        </p15:guide>
        <p15:guide id="28" pos="5621" userDrawn="1">
          <p15:clr>
            <a:srgbClr val="F26B43"/>
          </p15:clr>
        </p15:guide>
        <p15:guide id="29" pos="5693" userDrawn="1">
          <p15:clr>
            <a:srgbClr val="F26B43"/>
          </p15:clr>
        </p15:guide>
        <p15:guide id="30" pos="6224" userDrawn="1">
          <p15:clr>
            <a:srgbClr val="F26B43"/>
          </p15:clr>
        </p15:guide>
        <p15:guide id="31" pos="6297" userDrawn="1">
          <p15:clr>
            <a:srgbClr val="F26B43"/>
          </p15:clr>
        </p15:guide>
        <p15:guide id="32" pos="6828" userDrawn="1">
          <p15:clr>
            <a:srgbClr val="F26B43"/>
          </p15:clr>
        </p15:guide>
        <p15:guide id="33" pos="6900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endParaRPr lang="en-US" dirty="0"/>
          </a:p>
        </p:txBody>
      </p:sp>
      <p:sp>
        <p:nvSpPr>
          <p:cNvPr id="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-Style Slide Master">
  <a:themeElements>
    <a:clrScheme name="P-Styl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-Styl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-Style" id="{774A6495-B0BB-4EB2-91BC-C4121A45AEEE}" vid="{2CE99F1F-60A1-4DF9-BC14-D8CC34CA6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</TotalTime>
  <Words>13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Georgia</vt:lpstr>
      <vt:lpstr>Wingdings</vt:lpstr>
      <vt:lpstr>P-Style Slide Master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2026-03-22T16:46:01Z</dcterms:created>
  <dcterms:modified xsi:type="dcterms:W3CDTF">2026-09-23T06:19:57Z</dcterms:modified>
</cp:coreProperties>
</file>