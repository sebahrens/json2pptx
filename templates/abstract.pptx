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56" r:id="rId5"/>
    <p:sldId id="278" r:id="rId6"/>
    <p:sldId id="258" r:id="rId7"/>
    <p:sldId id="27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2" autoAdjust="0"/>
    <p:restoredTop sz="90655" autoAdjust="0"/>
  </p:normalViewPr>
  <p:slideViewPr>
    <p:cSldViewPr snapToGrid="0">
      <p:cViewPr varScale="1">
        <p:scale>
          <a:sx n="104" d="100"/>
          <a:sy n="104" d="100"/>
        </p:scale>
        <p:origin x="760" y="192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18000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441918" y="5200000"/>
            <a:ext cx="4941771" cy="1200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spc="50" baseline="0"/>
            </a:lvl1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Section Number"/>
          <p:cNvSpPr>
            <a:spLocks noGrp="1"/>
          </p:cNvSpPr>
          <p:nvPr>
            <p:ph type="body" sz="quarter" idx="13" hasCustomPrompt="1"/>
          </p:nvPr>
        </p:nvSpPr>
        <p:spPr>
          <a:xfrm>
            <a:off x="6991350" y="4200000"/>
            <a:ext cx="4179570" cy="220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buNone/>
              <a:defRPr sz="1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7" y="268360"/>
            <a:ext cx="8724507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type="body" sz="half" idx="1" hasCustomPrompt="1"/>
          </p:nvPr>
        </p:nvSpPr>
        <p:spPr>
          <a:xfrm>
            <a:off x="1322387" y="2763078"/>
            <a:ext cx="8724423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158569" y="-25401"/>
            <a:ext cx="2033430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9" r:id="rId2"/>
    <p:sldLayoutId id="2147483651" r:id="rId3"/>
    <p:sldLayoutId id="2147483665" r:id="rId4"/>
    <p:sldLayoutId id="2147483700" r:id="rId6"/>
    <p:sldLayoutId id="2147483701" r:id="rId7"/>
    <p:sldLayoutId id="2147483702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1918" y="3329790"/>
            <a:ext cx="4941771" cy="3200400"/>
          </a:xfrm>
        </p:spPr>
        <p:txBody>
          <a:bodyPr anchor="ctr"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/>
          <a:lstStyle/>
          <a:p>
            <a:r>
              <a:rPr lang="en-US" dirty="0"/>
              <a:t>The Power of Communication</a:t>
            </a:r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Techniques for connecting </a:t>
            </a:r>
          </a:p>
          <a:p>
            <a:pPr lvl="1"/>
            <a:r>
              <a:rPr lang="en-US" dirty="0"/>
              <a:t>Make eye contact with your audience to create a sense of intimacy and involvement</a:t>
            </a:r>
          </a:p>
          <a:p>
            <a:pPr lvl="1"/>
            <a:r>
              <a:rPr lang="en-US" dirty="0"/>
              <a:t>Weave relatable stories into your presentation using narratives that make your message memorable and impactful</a:t>
            </a:r>
          </a:p>
          <a:p>
            <a:pPr lvl="1"/>
            <a:r>
              <a:rPr lang="en-US" dirty="0"/>
              <a:t>Encourage questions and provide thoughtful responses to enhance audience participation</a:t>
            </a:r>
          </a:p>
          <a:p>
            <a:pPr lvl="1"/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850181"/>
          </a:xfrm>
        </p:spPr>
        <p:txBody>
          <a:bodyPr>
            <a:noAutofit/>
          </a:bodyPr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2</TotalTime>
  <Words>91</Words>
  <Application>Microsoft Macintosh PowerPoint</Application>
  <PresentationFormat>Widescreen</PresentationFormat>
  <Paragraphs>19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Tenorite</vt:lpstr>
      <vt:lpstr>Custom</vt:lpstr>
      <vt:lpstr>Basic Presentation</vt:lpstr>
      <vt:lpstr>The Power of Communication</vt:lpstr>
      <vt:lpstr>Engaging the audience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2026-05-20T06:51:02Z</dcterms:created>
  <dcterms:modified xsi:type="dcterms:W3CDTF">2026-05-20T06:53:39Z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