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Default Extension="json" ContentType="application/js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78" r:id="rId6"/>
    <p:sldId id="258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4" d="100"/>
          <a:sy n="104" d="100"/>
        </p:scale>
        <p:origin x="760" y="19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18000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441918" y="5200000"/>
            <a:ext cx="4941771" cy="1200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spc="50" baseline="0"/>
            </a:lvl1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ection 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991350" y="4200000"/>
            <a:ext cx="4179570" cy="220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buNone/>
              <a:defRPr sz="1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7" y="268360"/>
            <a:ext cx="8724507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type="body" sz="half" idx="1" hasCustomPrompt="1"/>
          </p:nvPr>
        </p:nvSpPr>
        <p:spPr>
          <a:xfrm>
            <a:off x="1322387" y="2763078"/>
            <a:ext cx="8724423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58569" y="-25401"/>
            <a:ext cx="2033430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/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/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2064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233160" y="1825625"/>
            <a:ext cx="512064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/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1" r:id="rId3"/>
    <p:sldLayoutId id="2147483665" r:id="rId4"/>
    <p:sldLayoutId id="2147483700" r:id="rId6"/>
    <p:sldLayoutId id="2147483701" r:id="rId7"/>
    <p:sldLayoutId id="2147483702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for connecting </a:t>
            </a:r>
          </a:p>
          <a:p>
            <a:pPr lvl="1"/>
            <a:r>
              <a:rPr lang="en-US" dirty="0"/>
              <a:t>Make eye contact with your audience to create a sense of intimacy and involvement</a:t>
            </a:r>
          </a:p>
          <a:p>
            <a:pPr lvl="1"/>
            <a:r>
              <a:rPr lang="en-US" dirty="0"/>
              <a:t>Weave relatable stories into your presentation using narratives that make your message memorable and impactful</a:t>
            </a:r>
          </a:p>
          <a:p>
            <a:pPr lvl="1"/>
            <a:r>
              <a:rPr lang="en-US" dirty="0"/>
              <a:t>Encourage questions and provide thoughtful responses to enhance audience participation</a:t>
            </a:r>
          </a:p>
          <a:p>
            <a:pPr lvl="1"/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E817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2</TotalTime>
  <Words>91</Words>
  <Application>Microsoft Macintosh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Tenorite</vt:lpstr>
      <vt:lpstr>Custom</vt:lpstr>
      <vt:lpstr>Basic Presentation</vt:lpstr>
      <vt:lpstr>The Power of Communication</vt:lpstr>
      <vt:lpstr>Engaging the audience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2026-05-20T06:51:02Z</dcterms:created>
  <dcterms:modified xsi:type="dcterms:W3CDTF">2026-05-20T06:53:39Z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