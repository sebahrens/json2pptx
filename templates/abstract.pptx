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7" y="268360"/>
            <a:ext cx="8724507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322387" y="2763078"/>
            <a:ext cx="8724423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