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type="body" sz="half" idx="1" hasCustomPrompt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/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/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/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E817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