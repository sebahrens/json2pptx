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Default Extension="json" ContentType="application/json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9"/>
  </p:notesMasterIdLst>
  <p:handoutMasterIdLst>
    <p:handoutMasterId r:id="rId10"/>
  </p:handoutMasterIdLst>
  <p:sldIdLst>
    <p:sldId id="256" r:id="rId5"/>
    <p:sldId id="278" r:id="rId6"/>
    <p:sldId id="258" r:id="rId7"/>
    <p:sldId id="271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98989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92" autoAdjust="0"/>
    <p:restoredTop sz="90655" autoAdjust="0"/>
  </p:normalViewPr>
  <p:slideViewPr>
    <p:cSldViewPr snapToGrid="0">
      <p:cViewPr varScale="1">
        <p:scale>
          <a:sx n="104" d="100"/>
          <a:sy n="104" d="100"/>
        </p:scale>
        <p:origin x="760" y="192"/>
      </p:cViewPr>
      <p:guideLst/>
    </p:cSldViewPr>
  </p:slideViewPr>
  <p:outlineViewPr>
    <p:cViewPr>
      <p:scale>
        <a:sx n="33" d="100"/>
        <a:sy n="33" d="100"/>
      </p:scale>
      <p:origin x="0" y="-288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3403" y="29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E7F456E-01A6-4013-ACA5-F5492591A24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84983A3-9B9B-4D61-97C9-B9E239A3159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6F32FC-4BD9-442A-A8C6-51598C909FE3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EEABE74-7A97-4D17-8390-42ADD25C33C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2C1DBD-1052-425E-BF3C-983304BED5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EEFA9E-C190-4F5C-8394-BD5F1CD55C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480191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6371FA-A98D-41E8-93F4-09945841298A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289C57-55D7-40A4-A101-E74FAC7A092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9902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81288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25226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39544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26838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41918" y="3329790"/>
            <a:ext cx="4941771" cy="1800000"/>
          </a:xfrm>
        </p:spPr>
        <p:txBody>
          <a:bodyPr anchor="ctr">
            <a:noAutofit/>
          </a:bodyPr>
          <a:lstStyle>
            <a:lvl1pPr algn="l">
              <a:defRPr sz="3600" spc="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9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6441918" y="5200000"/>
            <a:ext cx="4941771" cy="1200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spc="50" baseline="0"/>
            </a:lvl1pPr>
          </a:lstStyle>
          <a:p>
            <a:r>
              <a:rPr lang="en-US" dirty="0"/>
              <a:t>Click to add subtitle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A04F1E16-9A84-4D0E-9706-79C396AF6A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9358" t="23650" b="-1"/>
          <a:stretch/>
        </p:blipFill>
        <p:spPr>
          <a:xfrm>
            <a:off x="0" y="0"/>
            <a:ext cx="9488312" cy="5054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68265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487018"/>
            <a:ext cx="4179570" cy="3377354"/>
          </a:xfrm>
        </p:spPr>
        <p:txBody>
          <a:bodyPr anchor="b">
            <a:noAutofit/>
          </a:bodyPr>
          <a:lstStyle>
            <a:lvl1pPr algn="l">
              <a:defRPr sz="3600" spc="15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A96E214-6A61-C8A7-B1DB-C8C260C134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6557818" cy="6858000"/>
            <a:chOff x="0" y="0"/>
            <a:chExt cx="4762501" cy="5186363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18BC1BC-99D6-D9F4-19F9-AAE722E2AE61}"/>
                </a:ext>
              </a:extLst>
            </p:cNvPr>
            <p:cNvCxnSpPr>
              <a:cxnSpLocks/>
            </p:cNvCxnSpPr>
            <p:nvPr userDrawn="1"/>
          </p:nvCxnSpPr>
          <p:spPr>
            <a:xfrm flipH="1" flipV="1">
              <a:off x="0" y="876300"/>
              <a:ext cx="4762500" cy="162877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6816F797-248B-2C75-29B9-DB65A809D47B}"/>
                </a:ext>
              </a:extLst>
            </p:cNvPr>
            <p:cNvCxnSpPr>
              <a:cxnSpLocks/>
            </p:cNvCxnSpPr>
            <p:nvPr userDrawn="1"/>
          </p:nvCxnSpPr>
          <p:spPr>
            <a:xfrm flipH="1" flipV="1">
              <a:off x="2638425" y="0"/>
              <a:ext cx="2124076" cy="518636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Section Number"/>
          <p:cNvSpPr>
            <a:spLocks noGrp="1"/>
          </p:cNvSpPr>
          <p:nvPr>
            <p:ph type="body" sz="quarter" idx="13" hasCustomPrompt="1"/>
          </p:nvPr>
        </p:nvSpPr>
        <p:spPr>
          <a:xfrm>
            <a:off x="6991350" y="4200000"/>
            <a:ext cx="4179570" cy="2200000"/>
          </a:xfrm>
          <a:prstGeom prst="rect">
            <a:avLst/>
          </a:prstGeom>
        </p:spPr>
        <p:txBody>
          <a:bodyPr anchor="ctr">
            <a:noAutofit/>
          </a:bodyPr>
          <a:lstStyle>
            <a:lvl1pPr algn="r">
              <a:buNone/>
              <a:defRPr sz="13600" spc="15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2825017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22317" y="268360"/>
            <a:ext cx="8724507" cy="2121177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body">
            <a:extLst>
              <a:ext uri="{FF2B5EF4-FFF2-40B4-BE49-F238E27FC236}">
                <a16:creationId xmlns:a16="http://schemas.microsoft.com/office/drawing/2014/main" id="{EAC9D25F-5B3D-F5B2-5D02-C6BC6AA8987B}"/>
              </a:ext>
            </a:extLst>
          </p:cNvPr>
          <p:cNvSpPr>
            <a:spLocks noGrp="1"/>
          </p:cNvSpPr>
          <p:nvPr>
            <p:ph type="body" sz="half" idx="1" hasCustomPrompt="1"/>
          </p:nvPr>
        </p:nvSpPr>
        <p:spPr>
          <a:xfrm>
            <a:off x="1322387" y="2763078"/>
            <a:ext cx="8724423" cy="340705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1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8E16CF1-2502-F2F0-2C27-2DD7979033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0158569" y="-25401"/>
            <a:ext cx="2033430" cy="6883401"/>
            <a:chOff x="9096375" y="-25401"/>
            <a:chExt cx="3095625" cy="6883401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322A6FB-333C-65AE-23D8-08BCEA174D43}"/>
                </a:ext>
              </a:extLst>
            </p:cNvPr>
            <p:cNvCxnSpPr/>
            <p:nvPr userDrawn="1"/>
          </p:nvCxnSpPr>
          <p:spPr>
            <a:xfrm>
              <a:off x="9096375" y="1497012"/>
              <a:ext cx="30956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62BB247-4598-A983-DEBF-6F042C1DB0BC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9381744" y="-25401"/>
              <a:ext cx="2810256" cy="688340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4E84FEE-D475-A71D-7996-5925602ECF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rot="10800000" flipH="1">
            <a:off x="-1" y="-25403"/>
            <a:ext cx="1210573" cy="204816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7459776D-4049-CB00-C321-0627C169BC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335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EDE114AF-34C6-A062-7340-858BC27DA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97359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losing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267200" y="1615736"/>
            <a:ext cx="4179570" cy="1524735"/>
          </a:xfrm>
        </p:spPr>
        <p:txBody>
          <a:bodyPr anchor="b">
            <a:noAutofit/>
          </a:bodyPr>
          <a:lstStyle>
            <a:lvl1pPr algn="l">
              <a:defRPr sz="3600" spc="1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267200" y="3238103"/>
            <a:ext cx="4179570" cy="2850181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buNone/>
              <a:defRPr sz="1800" spc="5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ED3361C9-310A-4255-A94E-B77588962D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3176938" cy="6858000"/>
          </a:xfrm>
          <a:prstGeom prst="rect">
            <a:avLst/>
          </a:prstGeom>
        </p:spPr>
      </p:pic>
      <p:sp>
        <p:nvSpPr>
          <p:cNvPr id="10" name="Footer Placeholder 7">
            <a:extLst>
              <a:ext uri="{FF2B5EF4-FFF2-40B4-BE49-F238E27FC236}">
                <a16:creationId xmlns:a16="http://schemas.microsoft.com/office/drawing/2014/main" id="{6026D44C-0B39-4DE1-A0FC-5615DDAAE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356350"/>
            <a:ext cx="4179570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1" name="Slide Number Placeholder 8">
            <a:extLst>
              <a:ext uri="{FF2B5EF4-FFF2-40B4-BE49-F238E27FC236}">
                <a16:creationId xmlns:a16="http://schemas.microsoft.com/office/drawing/2014/main" id="{0F8222B4-B618-42C4-8BDB-D2E4DF2F2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79428" y="6356350"/>
            <a:ext cx="1774371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11404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body"/>
          <p:cNvSpPr>
            <a:spLocks noGrp="1"/>
          </p:cNvSpPr>
          <p:nvPr>
            <p:ph type="body" sz="half" idx="1"/>
          </p:nvPr>
        </p:nvSpPr>
        <p:spPr>
          <a:xfrm>
            <a:off x="838200" y="1825625"/>
            <a:ext cx="5120640" cy="43513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body_2"/>
          <p:cNvSpPr>
            <a:spLocks noGrp="1"/>
          </p:cNvSpPr>
          <p:nvPr>
            <p:ph type="body" sz="half" idx="2"/>
          </p:nvPr>
        </p:nvSpPr>
        <p:spPr>
          <a:xfrm>
            <a:off x="6233160" y="1825625"/>
            <a:ext cx="5120640" cy="43513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Blan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4C17E5-24ED-44BC-BA50-02EF9035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33D101-3AF0-4F06-90ED-B83615C36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AE9FDE-AF95-49F8-A927-35A23C9E65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2E900D-8FF9-4E80-860D-89C2D3B4E4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A66A0C-1415-46A3-A1FF-BE18C70873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9DFD55-3C28-40EF-9E31-A92D2E4017F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90612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9" r:id="rId2"/>
    <p:sldLayoutId id="2147483651" r:id="rId3"/>
    <p:sldLayoutId id="2147483665" r:id="rId4"/>
    <p:sldLayoutId id="2147483700" r:id="rId6"/>
    <p:sldLayoutId id="2147483701" r:id="rId7"/>
    <p:sldLayoutId id="2147483702" r:id="rId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75451-6A4B-484B-9ED1-353CCE25B0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41918" y="3329790"/>
            <a:ext cx="4941771" cy="3200400"/>
          </a:xfrm>
        </p:spPr>
        <p:txBody>
          <a:bodyPr anchor="ctr"/>
          <a:lstStyle/>
          <a:p>
            <a:r>
              <a:rPr lang="en-US" dirty="0"/>
              <a:t>Basic Presentation</a:t>
            </a:r>
          </a:p>
        </p:txBody>
      </p:sp>
    </p:spTree>
    <p:extLst>
      <p:ext uri="{BB962C8B-B14F-4D97-AF65-F5344CB8AC3E}">
        <p14:creationId xmlns:p14="http://schemas.microsoft.com/office/powerpoint/2010/main" val="25860588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8DBD1-DB29-D44F-FD5A-3071BB37EF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91350" y="487018"/>
            <a:ext cx="4179570" cy="3377354"/>
          </a:xfrm>
        </p:spPr>
        <p:txBody>
          <a:bodyPr/>
          <a:lstStyle/>
          <a:p>
            <a:r>
              <a:rPr lang="en-US" dirty="0"/>
              <a:t>The Power of Communication</a:t>
            </a:r>
          </a:p>
        </p:txBody>
      </p:sp>
    </p:spTree>
    <p:extLst>
      <p:ext uri="{BB962C8B-B14F-4D97-AF65-F5344CB8AC3E}">
        <p14:creationId xmlns:p14="http://schemas.microsoft.com/office/powerpoint/2010/main" val="6087961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2731C-311B-46F7-A865-6C3AF6B09A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Engaging the audience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5232F9-FD00-464A-9F17-619C91AEF8F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US" dirty="0"/>
              <a:t>Techniques for connecting </a:t>
            </a:r>
          </a:p>
          <a:p>
            <a:pPr lvl="1"/>
            <a:r>
              <a:rPr lang="en-US" dirty="0"/>
              <a:t>Make eye contact with your audience to create a sense of intimacy and involvement</a:t>
            </a:r>
          </a:p>
          <a:p>
            <a:pPr lvl="1"/>
            <a:r>
              <a:rPr lang="en-US" dirty="0"/>
              <a:t>Weave relatable stories into your presentation using narratives that make your message memorable and impactful</a:t>
            </a:r>
          </a:p>
          <a:p>
            <a:pPr lvl="1"/>
            <a:r>
              <a:rPr lang="en-US" dirty="0"/>
              <a:t>Encourage questions and provide thoughtful responses to enhance audience participation</a:t>
            </a:r>
          </a:p>
          <a:p>
            <a:pPr lvl="1"/>
            <a:r>
              <a:rPr lang="en-US" dirty="0"/>
              <a:t>Use live polls or surveys to gather audience opinions, promoting engagement and making sure the audience feel involved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ECE635A2-70B8-3EAB-6A18-952B02EBAA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15163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F1EDE-5423-435C-B149-87AB1BC22B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67200" y="1615736"/>
            <a:ext cx="4179570" cy="1524735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64C29E-DF30-4DC6-AB95-2016F9A703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67200" y="3238103"/>
            <a:ext cx="4179570" cy="2850181"/>
          </a:xfrm>
        </p:spPr>
        <p:txBody>
          <a:bodyPr>
            <a:noAutofit/>
          </a:bodyPr>
          <a:lstStyle/>
          <a:p>
            <a:r>
              <a:rPr lang="en-US" dirty="0"/>
              <a:t>Brita Tamm</a:t>
            </a:r>
          </a:p>
          <a:p>
            <a:r>
              <a:rPr lang="en-US" dirty="0"/>
              <a:t>502-555-0152</a:t>
            </a:r>
          </a:p>
          <a:p>
            <a:r>
              <a:rPr lang="en-US" dirty="0"/>
              <a:t>brita@firstupconsultants.com</a:t>
            </a:r>
          </a:p>
          <a:p>
            <a:r>
              <a:rPr lang="en-US" dirty="0"/>
              <a:t>www.firstupconsultants.com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127D99-645F-4FCF-9573-FDFE2A344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79428" y="6356350"/>
            <a:ext cx="1774371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9787568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49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8E8172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56">
      <a:majorFont>
        <a:latin typeface="Tenorite"/>
        <a:ea typeface=""/>
        <a:cs typeface=""/>
      </a:majorFont>
      <a:minorFont>
        <a:latin typeface="Tenorit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ustom" id="{F85C13B5-8B75-4CB8-BA5E-9CAC0747196D}" vid="{617487EE-AB70-4C55-8A81-E6744CC4A2C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EDE3176-A15D-46A3-BDDB-64A0D736322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9168DCE-134F-4610-A6AA-88CEBE8D71D2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CABF691C-888B-4061-8A6F-D5CE84A0254B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Custom</Template>
  <TotalTime>2</TotalTime>
  <Words>91</Words>
  <Application>Microsoft Macintosh PowerPoint</Application>
  <PresentationFormat>Widescreen</PresentationFormat>
  <Paragraphs>19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Tenorite</vt:lpstr>
      <vt:lpstr>Custom</vt:lpstr>
      <vt:lpstr>Basic Presentation</vt:lpstr>
      <vt:lpstr>The Power of Communication</vt:lpstr>
      <vt:lpstr>Engaging the audience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Sebastian Ahrens</dc:creator>
  <cp:lastModifiedBy>Sebastian Ahrens</cp:lastModifiedBy>
  <cp:revision>1</cp:revision>
  <dcterms:created xsi:type="dcterms:W3CDTF">2026-05-20T06:51:02Z</dcterms:created>
  <dcterms:modified xsi:type="dcterms:W3CDTF">2026-05-20T06:53:39Z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