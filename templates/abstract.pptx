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7" y="268360"/>
            <a:ext cx="8724507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type="body" sz="half" idx="1" hasCustomPrompt="1"/>
          </p:nvPr>
        </p:nvSpPr>
        <p:spPr>
          <a:xfrm>
            <a:off x="1322387" y="2763078"/>
            <a:ext cx="8724423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E817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