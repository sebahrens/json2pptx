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son" ContentType="application/json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6000">
                <a:solidFill>
                  <a:schemeClr val="dk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r>
              <a:rPr lang="en-US"/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body_2"/>
          <p:cNvSpPr>
            <a:spLocks noGrp="1"/>
          </p:cNvSpPr>
          <p:nvPr>
            <p:ph type="body"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1268413"/>
            <a:ext cx="6400800" cy="3417887"/>
          </a:xfrm>
        </p:spPr>
        <p:txBody>
          <a:bodyPr anchor="ctr">
            <a:normAutofit/>
          </a:bodyPr>
          <a:lstStyle>
            <a:lvl1pPr>
              <a:buNone/>
              <a:defRPr sz="3600"/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3" name="Section Number"/>
          <p:cNvSpPr>
            <a:spLocks noGrp="1"/>
          </p:cNvSpPr>
          <p:nvPr>
            <p:ph type="body" sz="quarter" idx="1" hasCustomPrompt="1"/>
          </p:nvPr>
        </p:nvSpPr>
        <p:spPr>
          <a:xfrm>
            <a:off x="7886700" y="1268413"/>
            <a:ext cx="3182938" cy="3417887"/>
          </a:xfrm>
        </p:spPr>
        <p:txBody>
          <a:bodyPr/>
          <a:lstStyle>
            <a:lvl1pPr marL="11113" indent="-11113" algn="r">
              <a:buNone/>
              <a:defRPr sz="136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#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1485900" y="685800"/>
            <a:ext cx="9486900" cy="1851025"/>
          </a:xfrm>
        </p:spPr>
        <p:txBody>
          <a:bodyPr anchor="b">
            <a:noAutofit/>
          </a:bodyPr>
          <a:lstStyle>
            <a:lvl1pPr algn="ctr">
              <a:defRPr sz="66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1485900" y="2667000"/>
            <a:ext cx="9486900" cy="1371600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dk2"/>
                </a:solidFill>
              </a:defRPr>
            </a:lvl1pPr>
          </a:lstStyle>
          <a:p>
            <a:fld id="{A1B2C3D4-E5F6-7890-ABCD-EF1234567890}" type="datetimeFigureOut">
              <a:rPr lang="en-US"/>
              <a:t>1/1/2000</a:t>
            </a:fld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dk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2"/>
                </a:solidFill>
              </a:defRPr>
            </a:lvl1pPr>
          </a:lstStyle>
          <a:p>
            <a:fld id="{B2C3D4E5-F6A7-8901-BCDE-F12345678901}" type="slidenum">
              <a:rPr lang="en-US"/>
              <a:t>‹#›</a:t>
            </a:fld>
          </a:p>
        </p:txBody>
      </p:sp>
      <p:sp>
        <p:nvSpPr>
          <p:cNvPr id="7" name="Top Bar"/>
          <p:cNvSpPr/>
          <p:nvPr/>
        </p:nvSpPr>
        <p:spPr>
          <a:xfrm>
            <a:off x="0" y="0"/>
            <a:ext cx="12192000" cy="35242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dk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2000" kern="1200">
          <a:solidFill>
            <a:schemeClr val="dk2"/>
          </a:solidFill>
          <a:latin typeface="+mn-lt"/>
          <a:ea typeface="+mn-ea"/>
          <a:cs typeface="+mn-cs"/>
        </a:defRPr>
      </a:lvl1pPr>
      <a:lvl2pPr marL="76809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800" kern="1200">
          <a:solidFill>
            <a:schemeClr val="dk2"/>
          </a:solidFill>
          <a:latin typeface="+mn-lt"/>
          <a:ea typeface="+mn-ea"/>
          <a:cs typeface="+mn-cs"/>
        </a:defRPr>
      </a:lvl2pPr>
      <a:lvl3pPr marL="115214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3pPr>
      <a:lvl4pPr marL="153619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4pPr>
      <a:lvl5pPr marL="1920240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600" kern="1200">
          <a:solidFill>
            <a:schemeClr val="dk2"/>
          </a:solidFill>
          <a:latin typeface="+mn-lt"/>
          <a:ea typeface="+mn-ea"/>
          <a:cs typeface="+mn-cs"/>
        </a:defRPr>
      </a:lvl5pPr>
      <a:lvl6pPr marL="2304288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6pPr>
      <a:lvl7pPr marL="2688336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7pPr>
      <a:lvl8pPr marL="3072384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8pPr>
      <a:lvl9pPr marL="3456432" indent="-384048" algn="l" defTabSz="914400" rtl="0" eaLnBrk="1" latinLnBrk="0" hangingPunct="1">
        <a:lnSpc>
          <a:spcPct val="94000"/>
        </a:lnSpc>
        <a:spcBef>
          <a:spcPts val="800"/>
        </a:spcBef>
        <a:spcAft>
          <a:spcPts val="200"/>
        </a:spcAft>
        <a:buChar char="–"/>
        <a:defRPr sz="1400" kern="1200">
          <a:solidFill>
            <a:schemeClr val="dk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Warm Coral">
  <a:themeElements>
    <a:clrScheme name="Warm Coral">
      <a:dk1>
        <a:srgbClr val="000000"/>
      </a:dk1>
      <a:lt1>
        <a:srgbClr val="FFFFFF"/>
      </a:lt1>
      <a:dk2>
        <a:srgbClr val="3E2723"/>
      </a:dk2>
      <a:lt2>
        <a:srgbClr val="FBE9E7"/>
      </a:lt2>
      <a:accent1>
        <a:srgbClr val="E64A19"/>
      </a:accent1>
      <a:accent2>
        <a:srgbClr val="5D4037"/>
      </a:accent2>
      <a:accent3>
        <a:srgbClr val="FF8A65"/>
      </a:accent3>
      <a:accent4>
        <a:srgbClr val="0097A7"/>
      </a:accent4>
      <a:accent5>
        <a:srgbClr val="7B1FA2"/>
      </a:accent5>
      <a:accent6>
        <a:srgbClr val="689F38"/>
      </a:accent6>
      <a:hlink>
        <a:srgbClr val="0097A7"/>
      </a:hlink>
      <a:folHlink>
        <a:srgbClr val="7986CB"/>
      </a:folHlink>
    </a:clrScheme>
    <a:fontScheme name="Warm Coral">
      <a:majorFont>
        <a:latin typeface="Gill Sans"/>
        <a:ea typeface=""/>
        <a:cs typeface=""/>
      </a:majorFont>
      <a:minorFont>
        <a:latin typeface="Calibri"/>
        <a:ea typeface=""/>
        <a:cs typeface=""/>
      </a:minorFont>
    </a:fontScheme>
    <a:fmtScheme name="Warm Coral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12700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Warm Coral</Template>
  <TotalTime>0</TotalTime>
  <Words>0</Words>
  <Application>go-slide-creator</Application>
  <PresentationFormat>Widescreen</PresentationFormat>
  <Paragraphs>0</Paragraphs>
  <Slides>4</Slides>
  <Notes>0</Notes>
  <HiddenSlides>0</HiddenSlides>
  <MMClips>0</MMClips>
  <ScaleCrop>false</ScaleCrop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go-slide-creator</dc:creator>
  <cp:lastModifiedBy>go-slide-creator</cp:lastModifiedBy>
  <cp:revision>1</cp:revision>
  <dcterms:created xsi:type="dcterms:W3CDTF">2000-01-01T00:00:00Z</dcterms:created>
  <dcterms:modified xsi:type="dcterms:W3CDTF">2000-01-01T00:00:00Z</dcterms:modified>
</cp:coreProperties>
</file>