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arm Coral">
  <a:themeElements>
    <a:clrScheme name="Warm Coral">
      <a:dk1>
        <a:srgbClr val="000000"/>
      </a:dk1>
      <a:lt1>
        <a:srgbClr val="FFFFFF"/>
      </a:lt1>
      <a:dk2>
        <a:srgbClr val="3E2723"/>
      </a:dk2>
      <a:lt2>
        <a:srgbClr val="FBE9E7"/>
      </a:lt2>
      <a:accent1>
        <a:srgbClr val="E64A19"/>
      </a:accent1>
      <a:accent2>
        <a:srgbClr val="5D4037"/>
      </a:accent2>
      <a:accent3>
        <a:srgbClr val="FF8A65"/>
      </a:accent3>
      <a:accent4>
        <a:srgbClr val="0097A7"/>
      </a:accent4>
      <a:accent5>
        <a:srgbClr val="7B1FA2"/>
      </a:accent5>
      <a:accent6>
        <a:srgbClr val="689F38"/>
      </a:accent6>
      <a:hlink>
        <a:srgbClr val="0097A7"/>
      </a:hlink>
      <a:folHlink>
        <a:srgbClr val="7986CB"/>
      </a:folHlink>
    </a:clrScheme>
    <a:fontScheme name="Warm Coral">
      <a:majorFont>
        <a:latin typeface="Gill Sans"/>
        <a:ea typeface=""/>
        <a:cs typeface=""/>
      </a:majorFont>
      <a:minorFont>
        <a:latin typeface="Calibri"/>
        <a:ea typeface=""/>
        <a:cs typeface=""/>
      </a:minorFont>
    </a:fontScheme>
    <a:fmtScheme name="Warm Coral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Warm Coral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