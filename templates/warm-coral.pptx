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705"/>
  </p:normalViewPr>
  <p:slideViewPr>
    <p:cSldViewPr>
      <p:cViewPr varScale="1">
        <p:scale>
          <a:sx n="90" d="100"/>
          <a:sy n="90" d="100"/>
        </p:scale>
        <p:origin x="133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C42E16-DF47-0F79-C7C4-38718280C131}"/>
              </a:ext>
            </a:extLst>
          </p:cNvPr>
          <p:cNvSpPr/>
          <p:nvPr userDrawn="1"/>
        </p:nvSpPr>
        <p:spPr>
          <a:xfrm>
            <a:off x="0" y="35609"/>
            <a:ext cx="12192000" cy="172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34B7BE0-E9EA-39CF-DF4C-2F0BF9E19A6D}"/>
              </a:ext>
            </a:extLst>
          </p:cNvPr>
          <p:cNvSpPr/>
          <p:nvPr userDrawn="1"/>
        </p:nvSpPr>
        <p:spPr>
          <a:xfrm>
            <a:off x="0" y="35609"/>
            <a:ext cx="12192000" cy="172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EC7E03-C50B-7F25-9E04-3A63D26D7B60}"/>
              </a:ext>
            </a:extLst>
          </p:cNvPr>
          <p:cNvSpPr/>
          <p:nvPr userDrawn="1"/>
        </p:nvSpPr>
        <p:spPr>
          <a:xfrm>
            <a:off x="0" y="35609"/>
            <a:ext cx="12192000" cy="172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  <a:endParaRPr lang="en-US"/>
          </a:p>
        </p:txBody>
      </p:sp>
      <p:sp>
        <p:nvSpPr>
          <p:cNvPr id="7" name="Accent Bar"/>
          <p:cNvSpPr/>
          <p:nvPr/>
        </p:nvSpPr>
        <p:spPr>
          <a:xfrm rot="5400000">
            <a:off x="6073140" y="-6073140"/>
            <a:ext cx="45719" cy="121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Warm Coral">
  <a:themeElements>
    <a:clrScheme name="Warm Coral">
      <a:dk1>
        <a:srgbClr val="000000"/>
      </a:dk1>
      <a:lt1>
        <a:srgbClr val="FFFFFF"/>
      </a:lt1>
      <a:dk2>
        <a:srgbClr val="3E2723"/>
      </a:dk2>
      <a:lt2>
        <a:srgbClr val="FBE9E7"/>
      </a:lt2>
      <a:accent1>
        <a:srgbClr val="E64A19"/>
      </a:accent1>
      <a:accent2>
        <a:srgbClr val="5D4037"/>
      </a:accent2>
      <a:accent3>
        <a:srgbClr val="FF8A65"/>
      </a:accent3>
      <a:accent4>
        <a:srgbClr val="0097A7"/>
      </a:accent4>
      <a:accent5>
        <a:srgbClr val="7B1FA2"/>
      </a:accent5>
      <a:accent6>
        <a:srgbClr val="689F38"/>
      </a:accent6>
      <a:hlink>
        <a:srgbClr val="0097A7"/>
      </a:hlink>
      <a:folHlink>
        <a:srgbClr val="7986CB"/>
      </a:folHlink>
    </a:clrScheme>
    <a:fontScheme name="Warm Coral">
      <a:majorFont>
        <a:latin typeface="Gill Sans"/>
        <a:ea typeface=""/>
        <a:cs typeface=""/>
      </a:majorFont>
      <a:minorFont>
        <a:latin typeface="Calibri"/>
        <a:ea typeface=""/>
        <a:cs typeface=""/>
      </a:minorFont>
    </a:fontScheme>
    <a:fmtScheme name="Warm Coral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Warm Coral</Template>
  <TotalTime>3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Calibri</vt:lpstr>
      <vt:lpstr>Gill Sans</vt:lpstr>
      <vt:lpstr>Warm Coral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Sebastian Ahrens</cp:lastModifiedBy>
  <cp:revision>2</cp:revision>
  <dcterms:created xsi:type="dcterms:W3CDTF">2000-01-01T00:00:00Z</dcterms:created>
  <dcterms:modified xsi:type="dcterms:W3CDTF">2026-04-04T14:46:20Z</dcterms:modified>
</cp:coreProperties>
</file>