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6"/>
  </p:notesMasterIdLst>
  <p:sldIdLst>
    <p:sldId id="636" r:id="rId2"/>
    <p:sldId id="637" r:id="rId3"/>
    <p:sldId id="638" r:id="rId4"/>
    <p:sldId id="639" r:id="rId5"/>
  </p:sldIdLst>
  <p:sldSz cx="13439775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27" userDrawn="1">
          <p15:clr>
            <a:srgbClr val="A4A3A4"/>
          </p15:clr>
        </p15:guide>
        <p15:guide id="2" pos="5639" userDrawn="1">
          <p15:clr>
            <a:srgbClr val="A4A3A4"/>
          </p15:clr>
        </p15:guide>
        <p15:guide id="3" pos="264" userDrawn="1">
          <p15:clr>
            <a:srgbClr val="A4A3A4"/>
          </p15:clr>
        </p15:guide>
        <p15:guide id="4" orient="horz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0BE"/>
    <a:srgbClr val="FF7D00"/>
    <a:srgbClr val="E1E1E1"/>
    <a:srgbClr val="F2F2F2"/>
    <a:srgbClr val="FF00FF"/>
    <a:srgbClr val="48C0B3"/>
    <a:srgbClr val="48BFB3"/>
    <a:srgbClr val="48C0E3"/>
    <a:srgbClr val="03C39B"/>
    <a:srgbClr val="B17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7"/>
    <p:restoredTop sz="96512"/>
  </p:normalViewPr>
  <p:slideViewPr>
    <p:cSldViewPr snapToGrid="0">
      <p:cViewPr>
        <p:scale>
          <a:sx n="53" d="100"/>
          <a:sy n="53" d="100"/>
        </p:scale>
        <p:origin x="1856" y="1272"/>
      </p:cViewPr>
      <p:guideLst>
        <p:guide pos="2827"/>
        <p:guide pos="5639"/>
        <p:guide pos="264"/>
        <p:guide orient="horz" pos="238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D65D5-9D2C-4942-B9BD-DD9B7109DCB7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67138-1A49-424C-A7DD-A3AE3662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9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55679FD4-6498-CD80-DF72-385E354803CC}"/>
              </a:ext>
            </a:extLst>
          </p:cNvPr>
          <p:cNvSpPr/>
          <p:nvPr userDrawn="1"/>
        </p:nvSpPr>
        <p:spPr>
          <a:xfrm>
            <a:off x="0" y="-1"/>
            <a:ext cx="13439775" cy="7559675"/>
          </a:xfrm>
          <a:custGeom>
            <a:avLst/>
            <a:gdLst>
              <a:gd name="connsiteX0" fmla="*/ 0 w 10234529"/>
              <a:gd name="connsiteY0" fmla="*/ 0 h 7559675"/>
              <a:gd name="connsiteX1" fmla="*/ 4488983 w 10234529"/>
              <a:gd name="connsiteY1" fmla="*/ 0 h 7559675"/>
              <a:gd name="connsiteX2" fmla="*/ 4487864 w 10234529"/>
              <a:gd name="connsiteY2" fmla="*/ 49210 h 7559675"/>
              <a:gd name="connsiteX3" fmla="*/ 9951696 w 10234529"/>
              <a:gd name="connsiteY3" fmla="*/ 7503513 h 7559675"/>
              <a:gd name="connsiteX4" fmla="*/ 10234529 w 10234529"/>
              <a:gd name="connsiteY4" fmla="*/ 7559675 h 7559675"/>
              <a:gd name="connsiteX5" fmla="*/ 0 w 10234529"/>
              <a:gd name="connsiteY5" fmla="*/ 7559675 h 755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234529" h="7559675">
                <a:moveTo>
                  <a:pt x="0" y="0"/>
                </a:moveTo>
                <a:lnTo>
                  <a:pt x="4488983" y="0"/>
                </a:lnTo>
                <a:lnTo>
                  <a:pt x="4487864" y="49210"/>
                </a:lnTo>
                <a:cubicBezTo>
                  <a:pt x="4487864" y="3726199"/>
                  <a:pt x="6833494" y="6794012"/>
                  <a:pt x="9951696" y="7503513"/>
                </a:cubicBezTo>
                <a:lnTo>
                  <a:pt x="10234529" y="7559675"/>
                </a:lnTo>
                <a:lnTo>
                  <a:pt x="0" y="75596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16ED8D5-9FAF-7EB1-5529-339939A33CB8}"/>
              </a:ext>
            </a:extLst>
          </p:cNvPr>
          <p:cNvSpPr/>
          <p:nvPr userDrawn="1"/>
        </p:nvSpPr>
        <p:spPr>
          <a:xfrm>
            <a:off x="7423727" y="0"/>
            <a:ext cx="6016049" cy="5410202"/>
          </a:xfrm>
          <a:custGeom>
            <a:avLst/>
            <a:gdLst>
              <a:gd name="csX0" fmla="*/ 522322 w 6016049"/>
              <a:gd name="csY0" fmla="*/ 0 h 5410202"/>
              <a:gd name="csX1" fmla="*/ 6016049 w 6016049"/>
              <a:gd name="csY1" fmla="*/ 0 h 5410202"/>
              <a:gd name="csX2" fmla="*/ 6016049 w 6016049"/>
              <a:gd name="csY2" fmla="*/ 4423951 h 5410202"/>
              <a:gd name="csX3" fmla="*/ 5825504 w 6016049"/>
              <a:gd name="csY3" fmla="*/ 4597130 h 5410202"/>
              <a:gd name="csX4" fmla="*/ 3560619 w 6016049"/>
              <a:gd name="csY4" fmla="*/ 5410202 h 5410202"/>
              <a:gd name="csX5" fmla="*/ 0 w 6016049"/>
              <a:gd name="csY5" fmla="*/ 1849583 h 5410202"/>
              <a:gd name="csX6" fmla="*/ 429749 w 6016049"/>
              <a:gd name="csY6" fmla="*/ 152380 h 5410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16049" h="5410202">
                <a:moveTo>
                  <a:pt x="522322" y="0"/>
                </a:moveTo>
                <a:lnTo>
                  <a:pt x="6016049" y="0"/>
                </a:lnTo>
                <a:lnTo>
                  <a:pt x="6016049" y="4423951"/>
                </a:lnTo>
                <a:lnTo>
                  <a:pt x="5825504" y="4597130"/>
                </a:lnTo>
                <a:cubicBezTo>
                  <a:pt x="5210019" y="5105073"/>
                  <a:pt x="4420952" y="5410202"/>
                  <a:pt x="3560619" y="5410202"/>
                </a:cubicBezTo>
                <a:cubicBezTo>
                  <a:pt x="1594143" y="5410202"/>
                  <a:pt x="0" y="3816059"/>
                  <a:pt x="0" y="1849583"/>
                </a:cubicBezTo>
                <a:cubicBezTo>
                  <a:pt x="0" y="1235059"/>
                  <a:pt x="155678" y="656896"/>
                  <a:pt x="429749" y="15238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3C572CF-2988-8D0A-D593-67BDD1EE1E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6536" y="6681334"/>
            <a:ext cx="487910" cy="487910"/>
          </a:xfrm>
          <a:prstGeom prst="rect">
            <a:avLst/>
          </a:prstGeom>
        </p:spPr>
      </p:pic>
      <p:sp>
        <p:nvSpPr>
          <p:cNvPr id="5" name="Company Branding">
            <a:extLst>
              <a:ext uri="{FF2B5EF4-FFF2-40B4-BE49-F238E27FC236}">
                <a16:creationId xmlns:a16="http://schemas.microsoft.com/office/drawing/2014/main" id="{F2866C24-D237-9B31-7F7D-8868151E1D15}"/>
              </a:ext>
            </a:extLst>
          </p:cNvPr>
          <p:cNvSpPr txBox="1">
            <a:spLocks/>
          </p:cNvSpPr>
          <p:nvPr userDrawn="1"/>
        </p:nvSpPr>
        <p:spPr>
          <a:xfrm>
            <a:off x="1219356" y="6681334"/>
            <a:ext cx="4529978" cy="481230"/>
          </a:xfrm>
          <a:prstGeom prst="rect">
            <a:avLst/>
          </a:prstGeom>
        </p:spPr>
        <p:txBody>
          <a:bodyPr vert="horz" lIns="72000" tIns="72000" rIns="72000" bIns="72000" rtlCol="0" anchor="ctr" anchorCtr="0">
            <a:no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50" kern="1200">
                <a:solidFill>
                  <a:schemeClr val="tx1"/>
                </a:solidFill>
                <a:latin typeface="Futura Medium" panose="020B0602020204020303" pitchFamily="34" charset="-79"/>
                <a:ea typeface="+mj-ea"/>
                <a:cs typeface="Futura Medium" panose="020B0602020204020303" pitchFamily="34" charset="-79"/>
              </a:defRPr>
            </a:lvl1pPr>
          </a:lstStyle>
          <a:p>
            <a:r>
              <a:rPr lang="en-US" sz="1800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My Consulting Company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D0879D7-BC87-1B95-28E3-6866C1EF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491" y="2352832"/>
            <a:ext cx="1159180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577B5BA-127A-1BA2-56B8-2CF507BCB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93" y="4051300"/>
            <a:ext cx="11607003" cy="1841500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46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5B7AB7-63CB-030B-C7BE-96F534353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84" y="1431183"/>
            <a:ext cx="496881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5ACDE1DA-4245-BE7E-92F2-FC19D9F6AB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0" y="1320800"/>
            <a:ext cx="4648200" cy="3886200"/>
          </a:xfr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431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09439" y="404661"/>
            <a:ext cx="12082652" cy="648786"/>
          </a:xfrm>
        </p:spPr>
        <p:txBody>
          <a:bodyPr lIns="72000" tIns="72000" rIns="72000" bIns="0" anchor="b" anchorCtr="0">
            <a:noAutofit/>
          </a:bodyPr>
          <a:lstStyle>
            <a:lvl1pPr algn="l">
              <a:lnSpc>
                <a:spcPct val="100000"/>
              </a:lnSpc>
              <a:defRPr sz="3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33278" y="1191027"/>
            <a:ext cx="12060051" cy="648787"/>
          </a:xfrm>
        </p:spPr>
        <p:txBody>
          <a:bodyPr lIns="72000" tIns="72000" rIns="72000" bIns="7200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600" b="0" i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4EF47-F609-FB0A-8616-6963B89CD874}"/>
              </a:ext>
            </a:extLst>
          </p:cNvPr>
          <p:cNvSpPr txBox="1"/>
          <p:nvPr userDrawn="1"/>
        </p:nvSpPr>
        <p:spPr>
          <a:xfrm>
            <a:off x="9388063" y="6937099"/>
            <a:ext cx="3051672" cy="439032"/>
          </a:xfrm>
          <a:prstGeom prst="rect">
            <a:avLst/>
          </a:prstGeom>
        </p:spPr>
        <p:txBody>
          <a:bodyPr vert="horz" lIns="72000" tIns="72000" rIns="36000" bIns="72000" rtlCol="0" anchor="ctr"/>
          <a:lstStyle>
            <a:defPPr>
              <a:defRPr lang="en-US"/>
            </a:defPPr>
            <a:lvl1pPr algn="ctr">
              <a:defRPr sz="1000">
                <a:latin typeface="Futura Medium" panose="020B0602020204020303" pitchFamily="34" charset="-79"/>
                <a:cs typeface="Futura Medium" panose="020B0602020204020303" pitchFamily="34" charset="-79"/>
              </a:defRPr>
            </a:lvl1pPr>
          </a:lstStyle>
          <a:p>
            <a:pPr lvl="0" algn="r"/>
            <a:r>
              <a:rPr lang="en-US" b="0" i="0" dirty="0">
                <a:latin typeface="Arial" panose="020B0604020202020204" pitchFamily="34" charset="0"/>
                <a:cs typeface="Arial" panose="020B0604020202020204" pitchFamily="34" charset="0"/>
              </a:rPr>
              <a:t>My Consulting Company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8CA8190-8E87-D3F0-4629-1A640FABCDD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33138" y="2070100"/>
            <a:ext cx="12082652" cy="4686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F5787AF-0AE9-C8CE-6B4E-E2E76B578FE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8601832-ED0E-73BE-1A78-EB97833105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07FF80-A5C1-8379-3550-E606531982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07B045-209C-FF0C-BF56-1D192D80E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" y="2200000"/>
            <a:ext cx="12082654" cy="2200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433136" y="4700000"/>
            <a:ext cx="12082654" cy="100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366A0-3FAB-2AEA-6412-64255F18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439AC-DF33-CB52-30AE-FDB3A53B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4894F-F4D2-8487-0931-843B5F78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433137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515654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 vert="horz" lIns="72000" tIns="72000" rIns="72000" bIns="7200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37" y="2012414"/>
            <a:ext cx="12082654" cy="4796544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37" y="7006699"/>
            <a:ext cx="315199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1926" y="7006699"/>
            <a:ext cx="4535924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Confidential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1841" y="7006699"/>
            <a:ext cx="3023949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3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0" r:id="rId2"/>
    <p:sldLayoutId id="2147483675" r:id="rId3"/>
    <p:sldLayoutId id="2147483685" r:id="rId4"/>
    <p:sldLayoutId id="2147483800" r:id="rId6"/>
    <p:sldLayoutId id="2147483801" r:id="rId7"/>
    <p:sldLayoutId id="2147483802" r:id="rId8"/>
  </p:sldLayoutIdLst>
  <p:hf hd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b="0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Wingdings" pitchFamily="2" charset="2"/>
        <a:buChar char="§"/>
        <a:defRPr sz="3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E9C1-CD7F-6F33-6AAF-716021D9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5199E-E847-C1E7-DDFB-94BAFD4BE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025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892C-D516-420F-39AB-2721F7B4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83AEB-2464-88FE-0465-1751F33FD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699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B7FC1-AFC1-5119-5A7B-357D02AEB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9555D-1877-2A32-FDA3-1AA519AD5E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70DA6-7AFB-77D1-EDD9-1DE921E2647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B5281-42A8-0906-E256-8ABA3FF7F6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EAB44-5793-551D-2764-191C76728D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BBC4-8438-9E69-7CBB-A2345537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D28F2-BDE6-26D2-E0B4-D0D1966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56ED3-F9D5-7304-014F-028620A9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463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k Nold Custom Theme" id="{04A5AC6E-8765-4B41-9628-515547FF1675}" vid="{FE1B8802-C863-654D-B1CB-B64BED7441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Mark Nold Custom Theme</Template>
  <TotalTime>78949</TotalTime>
  <Words>6</Words>
  <Application>Microsoft Macintosh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Title Slide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nold</dc:creator>
  <cp:lastModifiedBy>Sebastian Ahrens</cp:lastModifiedBy>
  <cp:revision>182</cp:revision>
  <dcterms:created xsi:type="dcterms:W3CDTF">2023-11-21T01:56:51Z</dcterms:created>
  <dcterms:modified xsi:type="dcterms:W3CDTF">2026-05-20T07:25:24Z</dcterms:modified>
</cp:coreProperties>
</file>