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2483"/>
            <a:ext cx="12082652" cy="1200000"/>
          </a:xfrm>
        </p:spPr>
        <p:txBody>
          <a:bodyPr lIns="72000" tIns="72000" rIns="72000" bIns="0" anchorCtr="0" anchor="ctr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602483"/>
            <a:ext cx="12060051" cy="46761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>
            <a:lumMod val="5000"/>
            <a:lumOff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1800"/>
            </a:lvl1pPr>
            <a:lvl2pPr>
              <a:lnSpc>
                <a:spcPct val="120000"/>
              </a:lnSpc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1800"/>
            </a:lvl1pPr>
            <a:lvl2pPr>
              <a:lnSpc>
                <a:spcPct val="120000"/>
              </a:lnSpc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90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