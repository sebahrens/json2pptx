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Default Extension="json" ContentType="application/json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4" r:id="rId1"/>
  </p:sldMasterIdLst>
  <p:notesMasterIdLst>
    <p:notesMasterId r:id="rId6"/>
  </p:notesMasterIdLst>
  <p:sldIdLst>
    <p:sldId id="636" r:id="rId2"/>
    <p:sldId id="637" r:id="rId3"/>
    <p:sldId id="638" r:id="rId4"/>
    <p:sldId id="639" r:id="rId5"/>
  </p:sldIdLst>
  <p:sldSz cx="13439775" cy="755967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2827" userDrawn="1">
          <p15:clr>
            <a:srgbClr val="A4A3A4"/>
          </p15:clr>
        </p15:guide>
        <p15:guide id="2" pos="5639" userDrawn="1">
          <p15:clr>
            <a:srgbClr val="A4A3A4"/>
          </p15:clr>
        </p15:guide>
        <p15:guide id="3" pos="264" userDrawn="1">
          <p15:clr>
            <a:srgbClr val="A4A3A4"/>
          </p15:clr>
        </p15:guide>
        <p15:guide id="4" orient="horz" pos="238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CA0BE"/>
    <a:srgbClr val="FF7D00"/>
    <a:srgbClr val="E1E1E1"/>
    <a:srgbClr val="F2F2F2"/>
    <a:srgbClr val="FF00FF"/>
    <a:srgbClr val="48C0B3"/>
    <a:srgbClr val="48BFB3"/>
    <a:srgbClr val="48C0E3"/>
    <a:srgbClr val="03C39B"/>
    <a:srgbClr val="B176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7697"/>
    <p:restoredTop sz="96512"/>
  </p:normalViewPr>
  <p:slideViewPr>
    <p:cSldViewPr snapToGrid="0">
      <p:cViewPr>
        <p:scale>
          <a:sx n="53" d="100"/>
          <a:sy n="53" d="100"/>
        </p:scale>
        <p:origin x="1856" y="1272"/>
      </p:cViewPr>
      <p:guideLst>
        <p:guide pos="2827"/>
        <p:guide pos="5639"/>
        <p:guide pos="264"/>
        <p:guide orient="horz" pos="2381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20" d="100"/>
        <a:sy n="12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13D65D5-9D2C-4942-B9BD-DD9B7109DCB7}" type="datetimeFigureOut">
              <a:rPr lang="en-US" smtClean="0"/>
              <a:t>5/20/26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CB67138-1A49-424C-A7DD-A3AE36624C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90916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10">
            <a:extLst>
              <a:ext uri="{FF2B5EF4-FFF2-40B4-BE49-F238E27FC236}">
                <a16:creationId xmlns:a16="http://schemas.microsoft.com/office/drawing/2014/main" id="{55679FD4-6498-CD80-DF72-385E354803CC}"/>
              </a:ext>
            </a:extLst>
          </p:cNvPr>
          <p:cNvSpPr/>
          <p:nvPr userDrawn="1"/>
        </p:nvSpPr>
        <p:spPr>
          <a:xfrm>
            <a:off x="0" y="-1"/>
            <a:ext cx="13439775" cy="7559675"/>
          </a:xfrm>
          <a:custGeom>
            <a:avLst/>
            <a:gdLst>
              <a:gd name="connsiteX0" fmla="*/ 0 w 10234529"/>
              <a:gd name="connsiteY0" fmla="*/ 0 h 7559675"/>
              <a:gd name="connsiteX1" fmla="*/ 4488983 w 10234529"/>
              <a:gd name="connsiteY1" fmla="*/ 0 h 7559675"/>
              <a:gd name="connsiteX2" fmla="*/ 4487864 w 10234529"/>
              <a:gd name="connsiteY2" fmla="*/ 49210 h 7559675"/>
              <a:gd name="connsiteX3" fmla="*/ 9951696 w 10234529"/>
              <a:gd name="connsiteY3" fmla="*/ 7503513 h 7559675"/>
              <a:gd name="connsiteX4" fmla="*/ 10234529 w 10234529"/>
              <a:gd name="connsiteY4" fmla="*/ 7559675 h 7559675"/>
              <a:gd name="connsiteX5" fmla="*/ 0 w 10234529"/>
              <a:gd name="connsiteY5" fmla="*/ 7559675 h 7559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0234529" h="7559675">
                <a:moveTo>
                  <a:pt x="0" y="0"/>
                </a:moveTo>
                <a:lnTo>
                  <a:pt x="4488983" y="0"/>
                </a:lnTo>
                <a:lnTo>
                  <a:pt x="4487864" y="49210"/>
                </a:lnTo>
                <a:cubicBezTo>
                  <a:pt x="4487864" y="3726199"/>
                  <a:pt x="6833494" y="6794012"/>
                  <a:pt x="9951696" y="7503513"/>
                </a:cubicBezTo>
                <a:lnTo>
                  <a:pt x="10234529" y="7559675"/>
                </a:lnTo>
                <a:lnTo>
                  <a:pt x="0" y="7559675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116ED8D5-9FAF-7EB1-5529-339939A33CB8}"/>
              </a:ext>
            </a:extLst>
          </p:cNvPr>
          <p:cNvSpPr/>
          <p:nvPr userDrawn="1"/>
        </p:nvSpPr>
        <p:spPr>
          <a:xfrm>
            <a:off x="7423727" y="0"/>
            <a:ext cx="6016049" cy="5410202"/>
          </a:xfrm>
          <a:custGeom>
            <a:avLst/>
            <a:gdLst>
              <a:gd name="csX0" fmla="*/ 522322 w 6016049"/>
              <a:gd name="csY0" fmla="*/ 0 h 5410202"/>
              <a:gd name="csX1" fmla="*/ 6016049 w 6016049"/>
              <a:gd name="csY1" fmla="*/ 0 h 5410202"/>
              <a:gd name="csX2" fmla="*/ 6016049 w 6016049"/>
              <a:gd name="csY2" fmla="*/ 4423951 h 5410202"/>
              <a:gd name="csX3" fmla="*/ 5825504 w 6016049"/>
              <a:gd name="csY3" fmla="*/ 4597130 h 5410202"/>
              <a:gd name="csX4" fmla="*/ 3560619 w 6016049"/>
              <a:gd name="csY4" fmla="*/ 5410202 h 5410202"/>
              <a:gd name="csX5" fmla="*/ 0 w 6016049"/>
              <a:gd name="csY5" fmla="*/ 1849583 h 5410202"/>
              <a:gd name="csX6" fmla="*/ 429749 w 6016049"/>
              <a:gd name="csY6" fmla="*/ 152380 h 54102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6016049" h="5410202">
                <a:moveTo>
                  <a:pt x="522322" y="0"/>
                </a:moveTo>
                <a:lnTo>
                  <a:pt x="6016049" y="0"/>
                </a:lnTo>
                <a:lnTo>
                  <a:pt x="6016049" y="4423951"/>
                </a:lnTo>
                <a:lnTo>
                  <a:pt x="5825504" y="4597130"/>
                </a:lnTo>
                <a:cubicBezTo>
                  <a:pt x="5210019" y="5105073"/>
                  <a:pt x="4420952" y="5410202"/>
                  <a:pt x="3560619" y="5410202"/>
                </a:cubicBezTo>
                <a:cubicBezTo>
                  <a:pt x="1594143" y="5410202"/>
                  <a:pt x="0" y="3816059"/>
                  <a:pt x="0" y="1849583"/>
                </a:cubicBezTo>
                <a:cubicBezTo>
                  <a:pt x="0" y="1235059"/>
                  <a:pt x="155678" y="656896"/>
                  <a:pt x="429749" y="15238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AU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D0879D7-BC87-1B95-28E3-6866C1EF37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0491" y="2352832"/>
            <a:ext cx="11591806" cy="146118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6577B5BA-127A-1BA2-56B8-2CF507BCBCB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65293" y="4051300"/>
            <a:ext cx="11607003" cy="1841500"/>
          </a:xfrm>
        </p:spPr>
        <p:txBody>
          <a:bodyPr/>
          <a:lstStyle>
            <a:lvl1pPr marL="0" indent="0" algn="l">
              <a:buNone/>
              <a:defRPr sz="24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GB"/>
              <a:t>Click to edit Master subtitle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746765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"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bg2">
                <a:lumMod val="46000"/>
                <a:lumOff val="54000"/>
              </a:schemeClr>
            </a:gs>
            <a:gs pos="83000">
              <a:schemeClr val="bg2">
                <a:lumMod val="57000"/>
                <a:lumOff val="43000"/>
              </a:schemeClr>
            </a:gs>
            <a:gs pos="100000">
              <a:schemeClr val="bg2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C65B7AB7-63CB-030B-C7BE-96F534353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3984" y="1431183"/>
            <a:ext cx="4968816" cy="146118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7" name="Section Number">
            <a:extLst>
              <a:ext uri="{FF2B5EF4-FFF2-40B4-BE49-F238E27FC236}">
                <a16:creationId xmlns:a16="http://schemas.microsoft.com/office/drawing/2014/main" id="{5ACDE1DA-4245-BE7E-92F2-FC19D9F6ABF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382000" y="1320800"/>
            <a:ext cx="4648200" cy="3886200"/>
          </a:xfrm>
        </p:spPr>
        <p:txBody>
          <a:bodyPr/>
          <a:lstStyle>
            <a:lvl1pPr algn="r">
              <a:buNone/>
              <a:defRPr sz="208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GB" dirty="0"/>
              <a:t>##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2443153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409439" y="404661"/>
            <a:ext cx="12082652" cy="648786"/>
          </a:xfrm>
        </p:spPr>
        <p:txBody>
          <a:bodyPr lIns="72000" tIns="72000" rIns="72000" bIns="0" anchor="b" anchorCtr="0">
            <a:noAutofit/>
          </a:bodyPr>
          <a:lstStyle>
            <a:lvl1pPr algn="l">
              <a:lnSpc>
                <a:spcPct val="100000"/>
              </a:lnSpc>
              <a:defRPr sz="3200" b="0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433278" y="1191027"/>
            <a:ext cx="12060051" cy="648787"/>
          </a:xfrm>
        </p:spPr>
        <p:txBody>
          <a:bodyPr lIns="72000" tIns="72000" rIns="72000" bIns="72000"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  <a:defRPr sz="1600" b="0" i="0">
                <a:solidFill>
                  <a:schemeClr val="dk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503972" indent="0" algn="ctr">
              <a:buNone/>
              <a:defRPr sz="2205"/>
            </a:lvl2pPr>
            <a:lvl3pPr marL="1007943" indent="0" algn="ctr">
              <a:buNone/>
              <a:defRPr sz="1984"/>
            </a:lvl3pPr>
            <a:lvl4pPr marL="1511915" indent="0" algn="ctr">
              <a:buNone/>
              <a:defRPr sz="1764"/>
            </a:lvl4pPr>
            <a:lvl5pPr marL="2015886" indent="0" algn="ctr">
              <a:buNone/>
              <a:defRPr sz="1764"/>
            </a:lvl5pPr>
            <a:lvl6pPr marL="2519858" indent="0" algn="ctr">
              <a:buNone/>
              <a:defRPr sz="1764"/>
            </a:lvl6pPr>
            <a:lvl7pPr marL="3023829" indent="0" algn="ctr">
              <a:buNone/>
              <a:defRPr sz="1764"/>
            </a:lvl7pPr>
            <a:lvl8pPr marL="3527801" indent="0" algn="ctr">
              <a:buNone/>
              <a:defRPr sz="1764"/>
            </a:lvl8pPr>
            <a:lvl9pPr marL="4031772" indent="0" algn="ctr">
              <a:buNone/>
              <a:defRPr sz="1764"/>
            </a:lvl9pPr>
          </a:lstStyle>
          <a:p>
            <a:r>
              <a:rPr lang="en-GB" dirty="0"/>
              <a:t>Click to edit Master subtitle style</a:t>
            </a:r>
            <a:endParaRPr lang="en-US" dirty="0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F8CA8190-8E87-D3F0-4629-1A640FABCDD9}"/>
              </a:ext>
            </a:extLst>
          </p:cNvPr>
          <p:cNvSpPr>
            <a:spLocks noGrp="1"/>
          </p:cNvSpPr>
          <p:nvPr>
            <p:ph type="body" sz="quarter" idx="1"/>
          </p:nvPr>
        </p:nvSpPr>
        <p:spPr>
          <a:xfrm>
            <a:off x="433138" y="2070100"/>
            <a:ext cx="12082652" cy="468630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DF5787AF-0AE9-C8CE-6B4E-E2E76B578FE0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C8601832-ED0E-73BE-1A78-EB978331052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Confidential 2024</a:t>
            </a:r>
            <a:endParaRPr lang="en-US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7207FF80-A5C1-8379-3550-E6065319820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3AA07942-A2DC-FF41-8FBA-17A32343897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046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bg2">
                <a:lumMod val="46000"/>
                <a:lumOff val="54000"/>
              </a:schemeClr>
            </a:gs>
            <a:gs pos="83000">
              <a:schemeClr val="bg2">
                <a:lumMod val="57000"/>
                <a:lumOff val="43000"/>
              </a:schemeClr>
            </a:gs>
            <a:gs pos="100000">
              <a:schemeClr val="bg2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DF07B045-209C-FF0C-BF56-1D192D80EE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3136" y="2200000"/>
            <a:ext cx="12082654" cy="220000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20" name="subtitle"/>
          <p:cNvSpPr>
            <a:spLocks noGrp="1"/>
          </p:cNvSpPr>
          <p:nvPr>
            <p:ph type="subTitle" idx="1"/>
          </p:nvPr>
        </p:nvSpPr>
        <p:spPr>
          <a:xfrm>
            <a:off x="433136" y="4700000"/>
            <a:ext cx="12082654" cy="100000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E7366A0-3FAB-2AEA-6412-64255F18EC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61439AC-DF33-CB52-30AE-FDB3A53B09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Confidential 2024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384894F-F4D2-8487-0931-843B5F782C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A07942-A2DC-FF41-8FBA-17A32343897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5352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33137" y="402483"/>
            <a:ext cx="12082654" cy="1200000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sz="quarter" idx="1"/>
          </p:nvPr>
        </p:nvSpPr>
        <p:spPr>
          <a:xfrm>
            <a:off x="433137" y="1800000"/>
            <a:ext cx="5800000" cy="4800000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</p:txBody>
      </p:sp>
      <p:sp>
        <p:nvSpPr>
          <p:cNvPr id="4" name="body_2"/>
          <p:cNvSpPr>
            <a:spLocks noGrp="1"/>
          </p:cNvSpPr>
          <p:nvPr>
            <p:ph type="body" sz="quarter" idx="2"/>
          </p:nvPr>
        </p:nvSpPr>
        <p:spPr>
          <a:xfrm>
            <a:off x="6515654" y="1800000"/>
            <a:ext cx="5800000" cy="4800000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 userDrawn="1">
  <p:cSld name="Blank +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33137" y="402483"/>
            <a:ext cx="12082654" cy="1461188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33137" y="402483"/>
            <a:ext cx="12082654" cy="1461188"/>
          </a:xfrm>
          <a:prstGeom prst="rect">
            <a:avLst/>
          </a:prstGeom>
        </p:spPr>
        <p:txBody>
          <a:bodyPr vert="horz" lIns="72000" tIns="72000" rIns="72000" bIns="7200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33137" y="2012414"/>
            <a:ext cx="12082654" cy="4796544"/>
          </a:xfrm>
          <a:prstGeom prst="rect">
            <a:avLst/>
          </a:prstGeom>
        </p:spPr>
        <p:txBody>
          <a:bodyPr vert="horz" lIns="72000" tIns="72000" rIns="72000" bIns="72000" rtlCol="0">
            <a:no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33137" y="7006699"/>
            <a:ext cx="3151996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451926" y="7006699"/>
            <a:ext cx="4535924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Confidential 2024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91841" y="7006699"/>
            <a:ext cx="3023949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AA07942-A2DC-FF41-8FBA-17A32343897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84330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4" r:id="rId1"/>
    <p:sldLayoutId id="2147483680" r:id="rId2"/>
    <p:sldLayoutId id="2147483675" r:id="rId3"/>
    <p:sldLayoutId id="2147483685" r:id="rId4"/>
    <p:sldLayoutId id="2147483800" r:id="rId6"/>
    <p:sldLayoutId id="2147483801" r:id="rId7"/>
    <p:sldLayoutId id="2147483802" r:id="rId8"/>
  </p:sldLayoutIdLst>
  <p:hf hdr="0" dt="0"/>
  <p:txStyles>
    <p:titleStyle>
      <a:lvl1pPr algn="l" defTabSz="1007943" rtl="0" eaLnBrk="1" latinLnBrk="0" hangingPunct="1">
        <a:lnSpc>
          <a:spcPct val="90000"/>
        </a:lnSpc>
        <a:spcBef>
          <a:spcPct val="0"/>
        </a:spcBef>
        <a:buNone/>
        <a:defRPr sz="4850" b="0" i="0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51986" indent="-251986" algn="l" defTabSz="1007943" rtl="0" eaLnBrk="1" latinLnBrk="0" hangingPunct="1">
        <a:lnSpc>
          <a:spcPct val="90000"/>
        </a:lnSpc>
        <a:spcBef>
          <a:spcPts val="1102"/>
        </a:spcBef>
        <a:buFont typeface="Wingdings" pitchFamily="2" charset="2"/>
        <a:buChar char="§"/>
        <a:defRPr sz="32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755957" indent="-251986" algn="l" defTabSz="1007943" rtl="0" eaLnBrk="1" latinLnBrk="0" hangingPunct="1">
        <a:lnSpc>
          <a:spcPct val="90000"/>
        </a:lnSpc>
        <a:spcBef>
          <a:spcPts val="551"/>
        </a:spcBef>
        <a:buFont typeface="Wingdings" pitchFamily="2" charset="2"/>
        <a:buChar char="§"/>
        <a:defRPr sz="28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259929" indent="-251986" algn="l" defTabSz="1007943" rtl="0" eaLnBrk="1" latinLnBrk="0" hangingPunct="1">
        <a:lnSpc>
          <a:spcPct val="90000"/>
        </a:lnSpc>
        <a:spcBef>
          <a:spcPts val="551"/>
        </a:spcBef>
        <a:buFont typeface="Wingdings" pitchFamily="2" charset="2"/>
        <a:buChar char="§"/>
        <a:defRPr sz="20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763900" indent="-251986" algn="l" defTabSz="1007943" rtl="0" eaLnBrk="1" latinLnBrk="0" hangingPunct="1">
        <a:lnSpc>
          <a:spcPct val="90000"/>
        </a:lnSpc>
        <a:spcBef>
          <a:spcPts val="551"/>
        </a:spcBef>
        <a:buFont typeface="Wingdings" pitchFamily="2" charset="2"/>
        <a:buChar char="§"/>
        <a:defRPr sz="16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267872" indent="-251986" algn="l" defTabSz="1007943" rtl="0" eaLnBrk="1" latinLnBrk="0" hangingPunct="1">
        <a:lnSpc>
          <a:spcPct val="90000"/>
        </a:lnSpc>
        <a:spcBef>
          <a:spcPts val="551"/>
        </a:spcBef>
        <a:buFont typeface="Wingdings" pitchFamily="2" charset="2"/>
        <a:buChar char="§"/>
        <a:defRPr sz="14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771844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275815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77978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283758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1pPr>
      <a:lvl2pPr marL="5039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2pPr>
      <a:lvl3pPr marL="1007943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3pPr>
      <a:lvl4pPr marL="1511915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015886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519858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023829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527801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0317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29E9C1-CD7F-6F33-6AAF-716021D9AA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95199E-E847-C1E7-DDFB-94BAFD4BED7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202563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E4892C-D516-420F-39AB-2721F7B4FE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683AEB-2464-88FE-0465-1751F33FD83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086992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EB7FC1-AFC1-5119-5A7B-357D02AEB37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089555D-1877-2A32-FDA3-1AA519AD5EC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F70DA6-7AFB-77D1-EDD9-1DE921E26478}"/>
              </a:ext>
            </a:extLst>
          </p:cNvPr>
          <p:cNvSpPr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2B5281-42A8-0906-E256-8ABA3FF7F6DD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Confidential 2024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DEAB44-5793-551D-2764-191C76728D30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3AA07942-A2DC-FF41-8FBA-17A323438973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88281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29BBC4-8438-9E69-7CBB-A2345537E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18D28F2-BDE6-26D2-E0B4-D0D19666DC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Confidential 2024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F56ED3-F9D5-7304-014F-028620A99F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A07942-A2DC-FF41-8FBA-17A323438973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5846302"/>
      </p:ext>
    </p:extLst>
  </p:cSld>
  <p:clrMapOvr>
    <a:masterClrMapping/>
  </p:clrMapOvr>
</p:sld>
</file>

<file path=ppt/theme/theme1.xml><?xml version="1.0" encoding="utf-8"?>
<a:theme xmlns:a="http://schemas.openxmlformats.org/drawingml/2006/main" name="Title Slide">
  <a:themeElements>
    <a:clrScheme name="Violet">
      <a:dk1>
        <a:sysClr val="windowText" lastClr="000000"/>
      </a:dk1>
      <a:lt1>
        <a:sysClr val="window" lastClr="FFFFFF"/>
      </a:lt1>
      <a:dk2>
        <a:srgbClr val="373545"/>
      </a:dk2>
      <a:lt2>
        <a:srgbClr val="DCD8DC"/>
      </a:lt2>
      <a:accent1>
        <a:srgbClr val="AD84C6"/>
      </a:accent1>
      <a:accent2>
        <a:srgbClr val="8784C7"/>
      </a:accent2>
      <a:accent3>
        <a:srgbClr val="5D739A"/>
      </a:accent3>
      <a:accent4>
        <a:srgbClr val="6997AF"/>
      </a:accent4>
      <a:accent5>
        <a:srgbClr val="84ACB6"/>
      </a:accent5>
      <a:accent6>
        <a:srgbClr val="6F8183"/>
      </a:accent6>
      <a:hlink>
        <a:srgbClr val="69A020"/>
      </a:hlink>
      <a:folHlink>
        <a:srgbClr val="8C8C8C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ark Nold Custom Theme" id="{04A5AC6E-8765-4B41-9628-515547FF1675}" vid="{FE1B8802-C863-654D-B1CB-B64BED74413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Mark Nold Custom Theme</Template>
  <TotalTime>78949</TotalTime>
  <Words>6</Words>
  <Application>Microsoft Macintosh PowerPoint</Application>
  <PresentationFormat>Custom</PresentationFormat>
  <Paragraphs>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Wingdings</vt:lpstr>
      <vt:lpstr>Title Slide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mark nold</dc:creator>
  <cp:lastModifiedBy>Sebastian Ahrens</cp:lastModifiedBy>
  <cp:revision>182</cp:revision>
  <dcterms:created xsi:type="dcterms:W3CDTF">2023-11-21T01:56:51Z</dcterms:created>
  <dcterms:modified xsi:type="dcterms:W3CDTF">2026-05-20T07:25:24Z</dcterms:modified>
</cp:coreProperties>
</file>