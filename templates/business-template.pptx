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Default Extension="json" ContentType="application/json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6"/>
  </p:notesMasterIdLst>
  <p:sldIdLst>
    <p:sldId id="636" r:id="rId2"/>
    <p:sldId id="637" r:id="rId3"/>
    <p:sldId id="638" r:id="rId4"/>
    <p:sldId id="639" r:id="rId5"/>
  </p:sldIdLst>
  <p:sldSz cx="13439775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27" userDrawn="1">
          <p15:clr>
            <a:srgbClr val="A4A3A4"/>
          </p15:clr>
        </p15:guide>
        <p15:guide id="2" pos="5639" userDrawn="1">
          <p15:clr>
            <a:srgbClr val="A4A3A4"/>
          </p15:clr>
        </p15:guide>
        <p15:guide id="3" pos="264" userDrawn="1">
          <p15:clr>
            <a:srgbClr val="A4A3A4"/>
          </p15:clr>
        </p15:guide>
        <p15:guide id="4" orient="horz" pos="23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A0BE"/>
    <a:srgbClr val="FF7D00"/>
    <a:srgbClr val="E1E1E1"/>
    <a:srgbClr val="F2F2F2"/>
    <a:srgbClr val="FF00FF"/>
    <a:srgbClr val="48C0B3"/>
    <a:srgbClr val="48BFB3"/>
    <a:srgbClr val="48C0E3"/>
    <a:srgbClr val="03C39B"/>
    <a:srgbClr val="B17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97"/>
    <p:restoredTop sz="96512"/>
  </p:normalViewPr>
  <p:slideViewPr>
    <p:cSldViewPr snapToGrid="0">
      <p:cViewPr>
        <p:scale>
          <a:sx n="53" d="100"/>
          <a:sy n="53" d="100"/>
        </p:scale>
        <p:origin x="1856" y="1272"/>
      </p:cViewPr>
      <p:guideLst>
        <p:guide pos="2827"/>
        <p:guide pos="5639"/>
        <p:guide pos="264"/>
        <p:guide orient="horz" pos="238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D65D5-9D2C-4942-B9BD-DD9B7109DCB7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67138-1A49-424C-A7DD-A3AE36624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91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55679FD4-6498-CD80-DF72-385E354803CC}"/>
              </a:ext>
            </a:extLst>
          </p:cNvPr>
          <p:cNvSpPr/>
          <p:nvPr userDrawn="1"/>
        </p:nvSpPr>
        <p:spPr>
          <a:xfrm>
            <a:off x="0" y="-1"/>
            <a:ext cx="13439775" cy="7559675"/>
          </a:xfrm>
          <a:custGeom>
            <a:avLst/>
            <a:gdLst>
              <a:gd name="connsiteX0" fmla="*/ 0 w 10234529"/>
              <a:gd name="connsiteY0" fmla="*/ 0 h 7559675"/>
              <a:gd name="connsiteX1" fmla="*/ 4488983 w 10234529"/>
              <a:gd name="connsiteY1" fmla="*/ 0 h 7559675"/>
              <a:gd name="connsiteX2" fmla="*/ 4487864 w 10234529"/>
              <a:gd name="connsiteY2" fmla="*/ 49210 h 7559675"/>
              <a:gd name="connsiteX3" fmla="*/ 9951696 w 10234529"/>
              <a:gd name="connsiteY3" fmla="*/ 7503513 h 7559675"/>
              <a:gd name="connsiteX4" fmla="*/ 10234529 w 10234529"/>
              <a:gd name="connsiteY4" fmla="*/ 7559675 h 7559675"/>
              <a:gd name="connsiteX5" fmla="*/ 0 w 10234529"/>
              <a:gd name="connsiteY5" fmla="*/ 7559675 h 755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34529" h="7559675">
                <a:moveTo>
                  <a:pt x="0" y="0"/>
                </a:moveTo>
                <a:lnTo>
                  <a:pt x="4488983" y="0"/>
                </a:lnTo>
                <a:lnTo>
                  <a:pt x="4487864" y="49210"/>
                </a:lnTo>
                <a:cubicBezTo>
                  <a:pt x="4487864" y="3726199"/>
                  <a:pt x="6833494" y="6794012"/>
                  <a:pt x="9951696" y="7503513"/>
                </a:cubicBezTo>
                <a:lnTo>
                  <a:pt x="10234529" y="7559675"/>
                </a:lnTo>
                <a:lnTo>
                  <a:pt x="0" y="75596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16ED8D5-9FAF-7EB1-5529-339939A33CB8}"/>
              </a:ext>
            </a:extLst>
          </p:cNvPr>
          <p:cNvSpPr/>
          <p:nvPr userDrawn="1"/>
        </p:nvSpPr>
        <p:spPr>
          <a:xfrm>
            <a:off x="7423727" y="0"/>
            <a:ext cx="6016049" cy="5410202"/>
          </a:xfrm>
          <a:custGeom>
            <a:avLst/>
            <a:gdLst>
              <a:gd name="csX0" fmla="*/ 522322 w 6016049"/>
              <a:gd name="csY0" fmla="*/ 0 h 5410202"/>
              <a:gd name="csX1" fmla="*/ 6016049 w 6016049"/>
              <a:gd name="csY1" fmla="*/ 0 h 5410202"/>
              <a:gd name="csX2" fmla="*/ 6016049 w 6016049"/>
              <a:gd name="csY2" fmla="*/ 4423951 h 5410202"/>
              <a:gd name="csX3" fmla="*/ 5825504 w 6016049"/>
              <a:gd name="csY3" fmla="*/ 4597130 h 5410202"/>
              <a:gd name="csX4" fmla="*/ 3560619 w 6016049"/>
              <a:gd name="csY4" fmla="*/ 5410202 h 5410202"/>
              <a:gd name="csX5" fmla="*/ 0 w 6016049"/>
              <a:gd name="csY5" fmla="*/ 1849583 h 5410202"/>
              <a:gd name="csX6" fmla="*/ 429749 w 6016049"/>
              <a:gd name="csY6" fmla="*/ 152380 h 5410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016049" h="5410202">
                <a:moveTo>
                  <a:pt x="522322" y="0"/>
                </a:moveTo>
                <a:lnTo>
                  <a:pt x="6016049" y="0"/>
                </a:lnTo>
                <a:lnTo>
                  <a:pt x="6016049" y="4423951"/>
                </a:lnTo>
                <a:lnTo>
                  <a:pt x="5825504" y="4597130"/>
                </a:lnTo>
                <a:cubicBezTo>
                  <a:pt x="5210019" y="5105073"/>
                  <a:pt x="4420952" y="5410202"/>
                  <a:pt x="3560619" y="5410202"/>
                </a:cubicBezTo>
                <a:cubicBezTo>
                  <a:pt x="1594143" y="5410202"/>
                  <a:pt x="0" y="3816059"/>
                  <a:pt x="0" y="1849583"/>
                </a:cubicBezTo>
                <a:cubicBezTo>
                  <a:pt x="0" y="1235059"/>
                  <a:pt x="155678" y="656896"/>
                  <a:pt x="429749" y="1523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0879D7-BC87-1B95-28E3-6866C1EF3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91" y="2352832"/>
            <a:ext cx="11591806" cy="14611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577B5BA-127A-1BA2-56B8-2CF507BCB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293" y="4051300"/>
            <a:ext cx="11607003" cy="1841500"/>
          </a:xfrm>
        </p:spPr>
        <p:txBody>
          <a:bodyPr/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467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2">
                <a:lumMod val="46000"/>
                <a:lumOff val="54000"/>
              </a:schemeClr>
            </a:gs>
            <a:gs pos="83000">
              <a:schemeClr val="bg2">
                <a:lumMod val="57000"/>
                <a:lumOff val="43000"/>
              </a:schemeClr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65B7AB7-63CB-030B-C7BE-96F534353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84" y="1431183"/>
            <a:ext cx="4968816" cy="14611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5ACDE1DA-4245-BE7E-92F2-FC19D9F6AB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0" y="1320800"/>
            <a:ext cx="4648200" cy="3886200"/>
          </a:xfrm>
        </p:spPr>
        <p:txBody>
          <a:bodyPr/>
          <a:lstStyle>
            <a:lvl1pPr algn="r">
              <a:buNone/>
              <a:defRPr sz="20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##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431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09439" y="404661"/>
            <a:ext cx="12082652" cy="648786"/>
          </a:xfrm>
        </p:spPr>
        <p:txBody>
          <a:bodyPr lIns="72000" tIns="72000" rIns="72000" bIns="0" anchor="b" anchorCtr="0">
            <a:noAutofit/>
          </a:bodyPr>
          <a:lstStyle>
            <a:lvl1pPr algn="l">
              <a:lnSpc>
                <a:spcPct val="100000"/>
              </a:lnSpc>
              <a:defRPr sz="3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433278" y="1191027"/>
            <a:ext cx="12060051" cy="648787"/>
          </a:xfrm>
        </p:spPr>
        <p:txBody>
          <a:bodyPr lIns="72000" tIns="72000" rIns="72000" bIns="7200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600" b="0" i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F8CA8190-8E87-D3F0-4629-1A640FABCDD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33138" y="2070100"/>
            <a:ext cx="12082652" cy="468630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F5787AF-0AE9-C8CE-6B4E-E2E76B578FE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8601832-ED0E-73BE-1A78-EB97833105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07FF80-A5C1-8379-3550-E6065319820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4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>
            <a:lumMod val="5000"/>
            <a:lumOff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F07B045-209C-FF0C-BF56-1D192D80E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6" y="2200000"/>
            <a:ext cx="12082654" cy="2200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20" name="subtitle"/>
          <p:cNvSpPr>
            <a:spLocks noGrp="1"/>
          </p:cNvSpPr>
          <p:nvPr>
            <p:ph type="subTitle" idx="1"/>
          </p:nvPr>
        </p:nvSpPr>
        <p:spPr>
          <a:xfrm>
            <a:off x="433136" y="4700000"/>
            <a:ext cx="12082654" cy="100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7366A0-3FAB-2AEA-6412-64255F18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439AC-DF33-CB52-30AE-FDB3A53B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4894F-F4D2-8487-0931-843B5F782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33137" y="402483"/>
            <a:ext cx="12082654" cy="12000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quarter" idx="1"/>
          </p:nvPr>
        </p:nvSpPr>
        <p:spPr>
          <a:xfrm>
            <a:off x="433137" y="1800000"/>
            <a:ext cx="5800000" cy="480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10000"/>
              </a:lnSpc>
              <a:defRPr sz="1800"/>
            </a:lvl1pPr>
            <a:lvl2pPr>
              <a:lnSpc>
                <a:spcPct val="110000"/>
              </a:lnSpc>
              <a:defRPr sz="16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quarter" idx="2"/>
          </p:nvPr>
        </p:nvSpPr>
        <p:spPr>
          <a:xfrm>
            <a:off x="6515654" y="1800000"/>
            <a:ext cx="5800000" cy="480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10000"/>
              </a:lnSpc>
              <a:defRPr sz="1800"/>
            </a:lvl1pPr>
            <a:lvl2pPr>
              <a:lnSpc>
                <a:spcPct val="110000"/>
              </a:lnSpc>
              <a:defRPr sz="16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33137" y="402483"/>
            <a:ext cx="12082654" cy="146118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3137" y="402483"/>
            <a:ext cx="12082654" cy="1461188"/>
          </a:xfrm>
          <a:prstGeom prst="rect">
            <a:avLst/>
          </a:prstGeom>
        </p:spPr>
        <p:txBody>
          <a:bodyPr vert="horz" lIns="72000" tIns="72000" rIns="72000" bIns="7200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3137" y="2012414"/>
            <a:ext cx="12082654" cy="4796544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3137" y="7006699"/>
            <a:ext cx="315199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90000"/>
                  </a:schemeClr>
                </a:solidFill>
              </a:defRPr>
            </a:lvl1pPr>
          </a:lstStyle>
          <a:p>
            <a:r>
              <a:rPr lang="en-US" dirty="0"/>
              <a:t>Confidential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07942-A2DC-FF41-8FBA-17A32343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3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0" r:id="rId2"/>
    <p:sldLayoutId id="2147483675" r:id="rId3"/>
    <p:sldLayoutId id="2147483685" r:id="rId4"/>
    <p:sldLayoutId id="2147483800" r:id="rId6"/>
    <p:sldLayoutId id="2147483801" r:id="rId7"/>
    <p:sldLayoutId id="2147483802" r:id="rId8"/>
  </p:sldLayoutIdLst>
  <p:hf hd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Wingdings" pitchFamily="2" charset="2"/>
        <a:buChar char="§"/>
        <a:defRPr sz="3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Wingdings" pitchFamily="2" charset="2"/>
        <a:buChar char="§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Wingdings" pitchFamily="2" charset="2"/>
        <a:buChar char="§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Wingdings" pitchFamily="2" charset="2"/>
        <a:buChar char="§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Wingdings" pitchFamily="2" charset="2"/>
        <a:buChar char="§"/>
        <a:defRPr sz="1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E9C1-CD7F-6F33-6AAF-716021D9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5199E-E847-C1E7-DDFB-94BAFD4BE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025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4892C-D516-420F-39AB-2721F7B4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83AEB-2464-88FE-0465-1751F33FD8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69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7FC1-AFC1-5119-5A7B-357D02AEB3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9555D-1877-2A32-FDA3-1AA519AD5E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70DA6-7AFB-77D1-EDD9-1DE921E2647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B5281-42A8-0906-E256-8ABA3FF7F6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EAB44-5793-551D-2764-191C76728D3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28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9BBC4-8438-9E69-7CBB-A2345537E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D28F2-BDE6-26D2-E0B4-D0D19666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56ED3-F9D5-7304-014F-028620A9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7942-A2DC-FF41-8FBA-17A32343897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46302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k Nold Custom Theme" id="{04A5AC6E-8765-4B41-9628-515547FF1675}" vid="{FE1B8802-C863-654D-B1CB-B64BED7441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Mark Nold Custom Theme</Template>
  <TotalTime>78949</TotalTime>
  <Words>6</Words>
  <Application>Microsoft Macintosh PowerPoint</Application>
  <PresentationFormat>Custom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Title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nold</dc:creator>
  <cp:lastModifiedBy>Sebastian Ahrens</cp:lastModifiedBy>
  <cp:revision>182</cp:revision>
  <dcterms:created xsi:type="dcterms:W3CDTF">2023-11-21T01:56:51Z</dcterms:created>
  <dcterms:modified xsi:type="dcterms:W3CDTF">2026-05-20T07:25:24Z</dcterms:modified>
</cp:coreProperties>
</file>