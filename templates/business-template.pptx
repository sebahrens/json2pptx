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3C572CF-2988-8D0A-D593-67BDD1EE1E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6536" y="6681334"/>
            <a:ext cx="487910" cy="487910"/>
          </a:xfrm>
          <a:prstGeom prst="rect">
            <a:avLst/>
          </a:prstGeom>
        </p:spPr>
      </p:pic>
      <p:sp>
        <p:nvSpPr>
          <p:cNvPr id="5" name="Company Branding">
            <a:extLst>
              <a:ext uri="{FF2B5EF4-FFF2-40B4-BE49-F238E27FC236}">
                <a16:creationId xmlns:a16="http://schemas.microsoft.com/office/drawing/2014/main" id="{F2866C24-D237-9B31-7F7D-8868151E1D15}"/>
              </a:ext>
            </a:extLst>
          </p:cNvPr>
          <p:cNvSpPr txBox="1">
            <a:spLocks/>
          </p:cNvSpPr>
          <p:nvPr userDrawn="1"/>
        </p:nvSpPr>
        <p:spPr>
          <a:xfrm>
            <a:off x="1219356" y="6681334"/>
            <a:ext cx="4529978" cy="481230"/>
          </a:xfrm>
          <a:prstGeom prst="rect">
            <a:avLst/>
          </a:prstGeom>
        </p:spPr>
        <p:txBody>
          <a:bodyPr vert="horz" lIns="72000" tIns="72000" rIns="72000" bIns="72000" rtlCol="0" anchor="ctr" anchorCtr="0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50" kern="1200">
                <a:solidFill>
                  <a:schemeClr val="tx1"/>
                </a:solidFill>
                <a:latin typeface="Futura Medium" panose="020B0602020204020303" pitchFamily="34" charset="-79"/>
                <a:ea typeface="+mj-ea"/>
                <a:cs typeface="Futura Medium" panose="020B0602020204020303" pitchFamily="34" charset="-79"/>
              </a:defRPr>
            </a:lvl1pPr>
          </a:lstStyle>
          <a:p>
            <a:r>
              <a:rPr lang="en-US" sz="18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4EF47-F609-FB0A-8616-6963B89CD874}"/>
              </a:ext>
            </a:extLst>
          </p:cNvPr>
          <p:cNvSpPr txBox="1"/>
          <p:nvPr userDrawn="1"/>
        </p:nvSpPr>
        <p:spPr>
          <a:xfrm>
            <a:off x="9388063" y="6937099"/>
            <a:ext cx="3051672" cy="439032"/>
          </a:xfrm>
          <a:prstGeom prst="rect">
            <a:avLst/>
          </a:prstGeom>
        </p:spPr>
        <p:txBody>
          <a:bodyPr vert="horz" lIns="72000" tIns="72000" rIns="36000" bIns="72000" rtlCol="0" anchor="ctr"/>
          <a:lstStyle>
            <a:defPPr>
              <a:defRPr lang="en-US"/>
            </a:defPPr>
            <a:lvl1pPr algn="ctr">
              <a:defRPr sz="1000">
                <a:latin typeface="Futura Medium" panose="020B0602020204020303" pitchFamily="34" charset="-79"/>
                <a:cs typeface="Futura Medium" panose="020B0602020204020303" pitchFamily="34" charset="-79"/>
              </a:defRPr>
            </a:lvl1pPr>
          </a:lstStyle>
          <a:p>
            <a:pPr lvl="0" algn="r"/>
            <a:r>
              <a:rPr lang="en-US" b="0" i="0" dirty="0"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 19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