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json" ContentType="application/json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1128" r:id="rId2"/>
    <p:sldId id="1129" r:id="rId3"/>
    <p:sldId id="1130" r:id="rId4"/>
    <p:sldId id="113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orient="horz" pos="2880" userDrawn="1">
          <p15:clr>
            <a:srgbClr val="A4A3A4"/>
          </p15:clr>
        </p15:guide>
        <p15:guide id="3" pos="2560" userDrawn="1">
          <p15:clr>
            <a:srgbClr val="A4A3A4"/>
          </p15:clr>
        </p15:guide>
        <p15:guide id="4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E00"/>
    <a:srgbClr val="FFFFFF"/>
    <a:srgbClr val="E6E6E6"/>
    <a:srgbClr val="F6F6F6"/>
    <a:srgbClr val="4E4E4E"/>
    <a:srgbClr val="BF9000"/>
    <a:srgbClr val="F6BB00"/>
    <a:srgbClr val="FFDB46"/>
    <a:srgbClr val="000000"/>
    <a:srgbClr val="FFE9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184816-AE56-44F7-B732-D43741B59FB0}" v="2582" dt="2025-08-06T13:04:55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4960" autoAdjust="0"/>
  </p:normalViewPr>
  <p:slideViewPr>
    <p:cSldViewPr snapToGrid="0">
      <p:cViewPr>
        <p:scale>
          <a:sx n="34" d="100"/>
          <a:sy n="34" d="100"/>
        </p:scale>
        <p:origin x="3384" y="1808"/>
      </p:cViewPr>
      <p:guideLst>
        <p:guide orient="horz" pos="1440"/>
        <p:guide orient="horz" pos="2880"/>
        <p:guide pos="2560"/>
        <p:guide pos="5120"/>
      </p:guideLst>
    </p:cSldViewPr>
  </p:slideViewPr>
  <p:outlineViewPr>
    <p:cViewPr>
      <p:scale>
        <a:sx n="33" d="100"/>
        <a:sy n="33" d="100"/>
      </p:scale>
      <p:origin x="0" y="-7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793B5-752A-4CBB-944E-9E5B2BEDEC7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E8AB1-F2E7-4D98-8772-C95FAE052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0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E43D922-3CE3-A396-4961-66BAF4EC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931" y="3429000"/>
            <a:ext cx="9310869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B12C0E3-4D97-4F2A-9C1B-1E29A4B5D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3931" y="4900000"/>
            <a:ext cx="9310869" cy="800000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86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secHead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1D5BC1-7FBC-4BF6-8A40-9C6D4DBD86E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FDB46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>
              <a:latin typeface="Gilroy" panose="00000500000000000000" pitchFamily="2" charset="0"/>
            </a:endParaRPr>
          </a:p>
        </p:txBody>
      </p:sp>
      <p:sp>
        <p:nvSpPr>
          <p:cNvPr id="2" name="Flowchart: Manual Input 1">
            <a:extLst>
              <a:ext uri="{FF2B5EF4-FFF2-40B4-BE49-F238E27FC236}">
                <a16:creationId xmlns:a16="http://schemas.microsoft.com/office/drawing/2014/main" id="{6A90698C-AFAD-41BC-8E4B-61A556455C5D}"/>
              </a:ext>
            </a:extLst>
          </p:cNvPr>
          <p:cNvSpPr/>
          <p:nvPr userDrawn="1"/>
        </p:nvSpPr>
        <p:spPr>
          <a:xfrm>
            <a:off x="0" y="3588152"/>
            <a:ext cx="12192000" cy="3269848"/>
          </a:xfrm>
          <a:prstGeom prst="flowChartManualInput">
            <a:avLst/>
          </a:prstGeom>
          <a:solidFill>
            <a:schemeClr val="bg1"/>
          </a:solidFill>
          <a:ln w="57150">
            <a:noFill/>
          </a:ln>
          <a:effectLst>
            <a:outerShdw blurRad="165100" dist="50800" dir="5400000" algn="ctr" rotWithShape="0">
              <a:schemeClr val="tx1">
                <a:lumMod val="50000"/>
                <a:lumOff val="5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>
              <a:latin typeface="Gilroy" panose="00000500000000000000" pitchFamily="2" charset="0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D63192F0-CEBD-6E4C-872B-DF5FF8FCF57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270595" y="814389"/>
            <a:ext cx="4461030" cy="2614612"/>
          </a:xfrm>
          <a:prstGeom prst="rect">
            <a:avLst/>
          </a:prstGeom>
        </p:spPr>
        <p:txBody>
          <a:bodyPr/>
          <a:lstStyle>
            <a:lvl1pPr algn="r">
              <a:buNone/>
              <a:defRPr sz="20800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 algn="r"/>
            <a:r>
              <a:rPr lang="en-AU" dirty="0"/>
              <a:t>##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829E47A-B364-8ADD-ED74-39A4D753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33888"/>
            <a:ext cx="11396662" cy="1516062"/>
          </a:xfrm>
          <a:prstGeom prst="rect">
            <a:avLst/>
          </a:prstGeom>
        </p:spPr>
        <p:txBody>
          <a:bodyPr/>
          <a:lstStyle>
            <a:lvl1pPr>
              <a:buNone/>
              <a:defRPr sz="4800"/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471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">
            <a:extLst>
              <a:ext uri="{FF2B5EF4-FFF2-40B4-BE49-F238E27FC236}">
                <a16:creationId xmlns:a16="http://schemas.microsoft.com/office/drawing/2014/main" id="{DF0C3E8D-F813-F2A4-987F-25409BA9DF4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792164" y="2051050"/>
            <a:ext cx="10961222" cy="36925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DE36DCD-FFB2-D994-3AD8-B4924B54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25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B8C6A0-F7E3-247F-C80E-14EE47854319}"/>
              </a:ext>
            </a:extLst>
          </p:cNvPr>
          <p:cNvSpPr/>
          <p:nvPr userDrawn="1"/>
        </p:nvSpPr>
        <p:spPr>
          <a:xfrm>
            <a:off x="594722" y="3038653"/>
            <a:ext cx="7472832" cy="3228113"/>
          </a:xfrm>
          <a:prstGeom prst="rect">
            <a:avLst/>
          </a:prstGeom>
          <a:solidFill>
            <a:srgbClr val="F6F6F6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>
              <a:latin typeface="Gilroy" panose="00000500000000000000" pitchFamily="2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409B4A-3231-9DA0-55AA-F567F4983F47}"/>
              </a:ext>
            </a:extLst>
          </p:cNvPr>
          <p:cNvSpPr/>
          <p:nvPr userDrawn="1"/>
        </p:nvSpPr>
        <p:spPr>
          <a:xfrm>
            <a:off x="0" y="-1750154"/>
            <a:ext cx="12192000" cy="2110154"/>
          </a:xfrm>
          <a:custGeom>
            <a:avLst/>
            <a:gdLst>
              <a:gd name="connsiteX0" fmla="*/ 0 w 12192000"/>
              <a:gd name="connsiteY0" fmla="*/ 0 h 2110154"/>
              <a:gd name="connsiteX1" fmla="*/ 12192000 w 12192000"/>
              <a:gd name="connsiteY1" fmla="*/ 0 h 2110154"/>
              <a:gd name="connsiteX2" fmla="*/ 6096000 w 12192000"/>
              <a:gd name="connsiteY2" fmla="*/ 2110154 h 2110154"/>
              <a:gd name="connsiteX3" fmla="*/ 0 w 12192000"/>
              <a:gd name="connsiteY3" fmla="*/ 0 h 2110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110154">
                <a:moveTo>
                  <a:pt x="0" y="0"/>
                </a:moveTo>
                <a:lnTo>
                  <a:pt x="12192000" y="0"/>
                </a:lnTo>
                <a:cubicBezTo>
                  <a:pt x="12192000" y="1165406"/>
                  <a:pt x="9462728" y="2110154"/>
                  <a:pt x="6096000" y="2110154"/>
                </a:cubicBezTo>
                <a:cubicBezTo>
                  <a:pt x="2729272" y="2110154"/>
                  <a:pt x="0" y="116540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  <a:effectLst>
            <a:outerShdw blurRad="165100" dist="50800" dir="5400000" algn="ctr" rotWithShape="0">
              <a:schemeClr val="tx1">
                <a:lumMod val="50000"/>
                <a:lumOff val="50000"/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af-ZA">
              <a:latin typeface="Gilroy" panose="00000500000000000000" pitchFamily="2" charset="0"/>
            </a:endParaRP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406FD62-B08A-2121-5E04-7063FD47E5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3588" y="3217863"/>
            <a:ext cx="7118350" cy="2800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9629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body"/>
          <p:cNvSpPr>
            <a:spLocks noGrp="1"/>
          </p:cNvSpPr>
          <p:nvPr>
            <p:ph type="body" sz="quarter" idx="1"/>
          </p:nvPr>
        </p:nvSpPr>
        <p:spPr>
          <a:xfrm>
            <a:off x="838200" y="2051050"/>
            <a:ext cx="5076825" cy="36925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AU"/>
          </a:p>
        </p:txBody>
      </p:sp>
      <p:sp>
        <p:nvSpPr>
          <p:cNvPr id="4" name="body_2"/>
          <p:cNvSpPr>
            <a:spLocks noGrp="1"/>
          </p:cNvSpPr>
          <p:nvPr>
            <p:ph type="body" sz="quarter" idx="2"/>
          </p:nvPr>
        </p:nvSpPr>
        <p:spPr>
          <a:xfrm>
            <a:off x="6276975" y="2051050"/>
            <a:ext cx="5076825" cy="36925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titleOnly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1600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4000500"/>
            <a:ext cx="9144000" cy="800100"/>
          </a:xfrm>
          <a:prstGeom prst="rect">
            <a:avLst/>
          </a:prstGeom>
        </p:spPr>
        <p:txBody>
          <a:bodyPr/>
          <a:lstStyle>
            <a:lvl1pPr algn="ctr"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DA0563AA-F801-5D25-338E-30643E2D9E86}"/>
              </a:ext>
            </a:extLst>
          </p:cNvPr>
          <p:cNvSpPr/>
          <p:nvPr userDrawn="1"/>
        </p:nvSpPr>
        <p:spPr>
          <a:xfrm>
            <a:off x="-1779706" y="1898247"/>
            <a:ext cx="2079706" cy="4140000"/>
          </a:xfrm>
          <a:custGeom>
            <a:avLst/>
            <a:gdLst>
              <a:gd name="csX0" fmla="*/ 9706 w 2079706"/>
              <a:gd name="csY0" fmla="*/ 0 h 4140000"/>
              <a:gd name="csX1" fmla="*/ 2079706 w 2079706"/>
              <a:gd name="csY1" fmla="*/ 2070000 h 4140000"/>
              <a:gd name="csX2" fmla="*/ 9706 w 2079706"/>
              <a:gd name="csY2" fmla="*/ 4140000 h 4140000"/>
              <a:gd name="csX3" fmla="*/ 0 w 2079706"/>
              <a:gd name="csY3" fmla="*/ 4139510 h 4140000"/>
              <a:gd name="csX4" fmla="*/ 0 w 2079706"/>
              <a:gd name="csY4" fmla="*/ 490 h 414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79706" h="4140000">
                <a:moveTo>
                  <a:pt x="9706" y="0"/>
                </a:moveTo>
                <a:cubicBezTo>
                  <a:pt x="1152935" y="0"/>
                  <a:pt x="2079706" y="926771"/>
                  <a:pt x="2079706" y="2070000"/>
                </a:cubicBezTo>
                <a:cubicBezTo>
                  <a:pt x="2079706" y="3213229"/>
                  <a:pt x="1152935" y="4140000"/>
                  <a:pt x="9706" y="4140000"/>
                </a:cubicBezTo>
                <a:lnTo>
                  <a:pt x="0" y="4139510"/>
                </a:lnTo>
                <a:lnTo>
                  <a:pt x="0" y="490"/>
                </a:lnTo>
                <a:close/>
              </a:path>
            </a:pathLst>
          </a:custGeom>
          <a:solidFill>
            <a:srgbClr val="FECE00">
              <a:alpha val="24000"/>
            </a:srgbClr>
          </a:solidFill>
          <a:ln w="57150">
            <a:noFill/>
          </a:ln>
          <a:effectLst>
            <a:outerShdw blurRad="165100" dist="50800" dir="5400000" algn="ctr" rotWithShape="0">
              <a:schemeClr val="tx1">
                <a:lumMod val="50000"/>
                <a:lumOff val="50000"/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AU">
              <a:latin typeface="Gilroy" panose="00000500000000000000" pitchFamily="2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9F4A8-4E23-0FD5-C02C-BE846665B5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8AC32-DCE4-2546-BD33-D2FAF37B5D35}" type="datetimeFigureOut">
              <a:rPr lang="en-AU" smtClean="0"/>
              <a:t>20/5/2026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EECBA-0501-AE47-C6B5-622AF4CE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07AAA-E67D-3048-3C7A-87C6B3452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7C13-377A-0743-86D0-2AC3DDB15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228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693" r:id="rId2"/>
    <p:sldLayoutId id="2147483777" r:id="rId3"/>
    <p:sldLayoutId id="2147483798" r:id="rId4"/>
    <p:sldLayoutId id="2147483800" r:id="rId6"/>
    <p:sldLayoutId id="2147483801" r:id="rId7"/>
    <p:sldLayoutId id="2147483802" r:id="rId8"/>
    <p:sldLayoutId id="2147483803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560" userDrawn="1">
          <p15:clr>
            <a:srgbClr val="F26B43"/>
          </p15:clr>
        </p15:guide>
        <p15:guide id="4" pos="5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BF8A-6909-295F-B72C-46916AB1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3854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B794CB-6B30-1157-BC5B-E9E97F221934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9C2D-86CD-74AC-AA3C-9A28391BA73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90538" y="4494213"/>
            <a:ext cx="9969306" cy="1036637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35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61927-47E4-B35D-73FC-169A13E63D8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FF0095-2AD7-7851-AB75-49D05BAF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52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BE7BEA-BAA0-ECC9-6E06-2FC4A7AB8E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827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LC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57150">
          <a:noFill/>
        </a:ln>
        <a:effectLst>
          <a:outerShdw blurRad="165100" dist="50800" dir="5400000" algn="ctr" rotWithShape="0">
            <a:schemeClr val="tx1">
              <a:lumMod val="50000"/>
              <a:lumOff val="50000"/>
              <a:alpha val="26000"/>
            </a:schemeClr>
          </a:outerShdw>
        </a:effectLst>
      </a:spPr>
      <a:bodyPr rtlCol="0" anchor="ctr"/>
      <a:lstStyle>
        <a:defPPr algn="ctr">
          <a:lnSpc>
            <a:spcPct val="100000"/>
          </a:lnSpc>
          <a:spcBef>
            <a:spcPts val="0"/>
          </a:spcBef>
          <a:defRPr>
            <a:latin typeface="Gilroy" panose="000005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Gilroy</vt:lpstr>
      <vt:lpstr>Helvetica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</dc:creator>
  <cp:lastModifiedBy>Sebastian Ahrens</cp:lastModifiedBy>
  <cp:revision>155</cp:revision>
  <dcterms:created xsi:type="dcterms:W3CDTF">2021-10-13T14:56:36Z</dcterms:created>
  <dcterms:modified xsi:type="dcterms:W3CDTF">2026-05-20T07:06:39Z</dcterms:modified>
</cp:coreProperties>
</file>