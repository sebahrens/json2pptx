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0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4000500"/>
            <a:ext cx="914400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0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