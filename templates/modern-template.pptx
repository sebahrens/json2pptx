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>
  <p:sldMasterIdLst>
    <p:sldMasterId id="2147483826" r:id="rId4"/>
  </p:sldMasterIdLst>
  <p:notesMasterIdLst>
    <p:notesMasterId r:id="rId9"/>
  </p:notesMasterIdLst>
  <p:handoutMasterIdLst>
    <p:handoutMasterId r:id="rId10"/>
  </p:handoutMasterIdLst>
  <p:sldIdLst>
    <p:sldId id="1519" r:id="rId5"/>
    <p:sldId id="1520" r:id="rId6"/>
    <p:sldId id="1521" r:id="rId7"/>
    <p:sldId id="1522" r:id="rId8"/>
  </p:sldIdLst>
  <p:sldSz cx="12192000" cy="6858000"/>
  <p:notesSz cx="6858000" cy="9144000"/>
  <p:embeddedFontLst>
    <p:embeddedFont>
      <p:font typeface="Lora" charset="1"/>
      <p:regular r:id="rIdLoraRegular"/>
      <p:bold r:id="rIdLoraBold"/>
    </p:embeddedFont>
    <p:embeddedFont>
      <p:font typeface="Poppins Light" charset="1"/>
      <p:regular r:id="rIdPoppinsLight"/>
      <p:italic r:id="rIdPoppinsLightItalic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0079" autoAdjust="0"/>
  </p:normalViewPr>
  <p:slideViewPr>
    <p:cSldViewPr snapToGrid="0">
      <p:cViewPr varScale="1">
        <p:scale>
          <a:sx n="134" d="100"/>
          <a:sy n="134" d="100"/>
        </p:scale>
        <p:origin x="1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LoraRegular" Type="http://schemas.openxmlformats.org/officeDocument/2006/relationships/font" Target="fonts/Lora-Regular.fntdata"/><Relationship Id="rIdLoraBold" Type="http://schemas.openxmlformats.org/officeDocument/2006/relationships/font" Target="fonts/Lora-Bold.fntdata"/><Relationship Id="rIdPoppinsLight" Type="http://schemas.openxmlformats.org/officeDocument/2006/relationships/font" Target="fonts/Poppins-Light.fntdata"/><Relationship Id="rIdPoppinsLightItalic" Type="http://schemas.openxmlformats.org/officeDocument/2006/relationships/font" Target="fonts/Poppins-LightItalic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708" y="1500000"/>
            <a:ext cx="8686801" cy="1800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708" y="3500000"/>
            <a:ext cx="8686801" cy="800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428" y="2352408"/>
            <a:ext cx="9145991" cy="2268577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body"/>
          <p:cNvSpPr>
            <a:spLocks noGrp="1"/>
          </p:cNvSpPr>
          <p:nvPr>
            <p:ph type="body" idx="1"/>
          </p:nvPr>
        </p:nvSpPr>
        <p:spPr>
          <a:xfrm>
            <a:off x="1450428" y="4700000"/>
            <a:ext cx="9903372" cy="2057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ection Number"/>
          <p:cNvSpPr>
            <a:spLocks noGrp="1"/>
          </p:cNvSpPr>
          <p:nvPr>
            <p:ph type="body" sz="quarter" idx="2" hasCustomPrompt="1"/>
          </p:nvPr>
        </p:nvSpPr>
        <p:spPr>
          <a:xfrm>
            <a:off x="7886700" y="572408"/>
            <a:ext cx="3182938" cy="1600000"/>
          </a:xfrm>
        </p:spPr>
        <p:txBody>
          <a:bodyPr anchor="t"/>
          <a:lstStyle>
            <a:lvl1pPr marL="11113" indent="-11113">
              <a:buNone/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0893" y="647303"/>
            <a:ext cx="10465073" cy="1532258"/>
          </a:xfrm>
        </p:spPr>
        <p:txBody>
          <a:bodyPr anchor="b"/>
          <a:lstStyle>
            <a:lvl1pPr>
              <a:lnSpc>
                <a:spcPct val="100000"/>
              </a:lnSpc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60893" y="2367643"/>
            <a:ext cx="5052536" cy="3583053"/>
          </a:xfrm>
        </p:spPr>
        <p:txBody>
          <a:bodyPr/>
          <a:lstStyle>
            <a:lvl1pPr>
              <a:lnSpc>
                <a:spcPct val="110000"/>
              </a:lnSpc>
            </a:lvl1pPr>
            <a:lvl2pPr marL="565200">
              <a:lnSpc>
                <a:spcPct val="110000"/>
              </a:lnSpc>
            </a:lvl2pPr>
            <a:lvl3pPr>
              <a:lnSpc>
                <a:spcPct val="110000"/>
              </a:lnSpc>
            </a:lvl3pPr>
            <a:lvl4pPr>
              <a:lnSpc>
                <a:spcPct val="110000"/>
              </a:lnSpc>
            </a:lvl4pPr>
            <a:lvl5pPr>
              <a:lnSpc>
                <a:spcPct val="110000"/>
              </a:lnSpc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idx="2"/>
          </p:nvPr>
        </p:nvSpPr>
        <p:spPr>
          <a:xfrm>
            <a:off x="6273430" y="2367643"/>
            <a:ext cx="5052536" cy="3583053"/>
          </a:xfrm>
        </p:spPr>
        <p:txBody>
          <a:bodyPr/>
          <a:lstStyle>
            <a:lvl1pPr>
              <a:lnSpc>
                <a:spcPct val="110000"/>
              </a:lnSpc>
            </a:lvl1pPr>
            <a:lvl2pPr marL="565200">
              <a:lnSpc>
                <a:spcPct val="110000"/>
              </a:lnSpc>
            </a:lvl2pPr>
            <a:lvl3pPr>
              <a:lnSpc>
                <a:spcPct val="110000"/>
              </a:lnSpc>
            </a:lvl3pPr>
            <a:lvl4pPr>
              <a:lnSpc>
                <a:spcPct val="110000"/>
              </a:lnSpc>
            </a:lvl4pPr>
            <a:lvl5pPr>
              <a:lnSpc>
                <a:spcPct val="110000"/>
              </a:lnSpc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647303"/>
            <a:ext cx="10465073" cy="1532258"/>
          </a:xfrm>
        </p:spPr>
        <p:txBody>
          <a:bodyPr anchor="b"/>
          <a:lstStyle>
            <a:lvl1pPr>
              <a:lnSpc>
                <a:spcPct val="100000"/>
              </a:lnSpc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367643"/>
            <a:ext cx="10465073" cy="3583053"/>
          </a:xfrm>
        </p:spPr>
        <p:txBody>
          <a:bodyPr/>
          <a:lstStyle>
            <a:lvl1pPr>
              <a:lnSpc>
                <a:spcPct val="110000"/>
              </a:lnSpc>
            </a:lvl1pPr>
            <a:lvl2pPr>
              <a:lnSpc>
                <a:spcPct val="110000"/>
              </a:lnSpc>
            </a:lvl2pPr>
            <a:lvl3pPr>
              <a:lnSpc>
                <a:spcPct val="110000"/>
              </a:lnSpc>
            </a:lvl3pPr>
            <a:lvl4pPr>
              <a:lnSpc>
                <a:spcPct val="110000"/>
              </a:lnSpc>
            </a:lvl4pPr>
            <a:lvl5pPr>
              <a:lnSpc>
                <a:spcPct val="110000"/>
              </a:lnSpc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ecorative pale lavender wash fading into white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000" y="1500000"/>
            <a:ext cx="10330857" cy="1800000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000" y="3450000"/>
            <a:ext cx="4800000" cy="1200000"/>
          </a:xfrm>
        </p:spPr>
        <p:txBody>
          <a:bodyPr anchor="t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7" r:id="rId3"/>
    <p:sldLayoutId id="2147483844" r:id="rId4"/>
    <p:sldLayoutId id="2147483879" r:id="rId5"/>
    <p:sldLayoutId id="2147483900" r:id="rId7"/>
    <p:sldLayoutId id="2147483901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D7CF-B57B-8277-3D9B-42DEC0C1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C432E-5FBF-4582-D70C-6C941FD21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44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AC47-02AC-1FFE-A399-D9C77B1BF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28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EC88-9BE2-2F63-BF53-CF2D90C6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D4A7C-551E-79AB-1D12-2EBF377CC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22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D1DD-8F31-BEBB-0F42-13AFD76B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76A5-235C-BB15-1308-98127C18A80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09932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B5485A"/>
      </a:accent1>
      <a:accent2>
        <a:srgbClr val="4A7AB5"/>
      </a:accent2>
      <a:accent3>
        <a:srgbClr val="3A7D5C"/>
      </a:accent3>
      <a:accent4>
        <a:srgbClr val="6B5B8D"/>
      </a:accent4>
      <a:accent5>
        <a:srgbClr val="C06B3F"/>
      </a:accent5>
      <a:accent6>
        <a:srgbClr val="9E8520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{80734557-F014-432B-B04E-C90E82109CD4}f4c2fa09-5552-4190-875c-1979579583e2-TFc553d604-a3b6-4c52-b2ed-3a769335c0fd_win32</Template>
  <TotalTime>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Lora</vt:lpstr>
      <vt:lpstr>Poppins Light</vt:lpstr>
      <vt:lpstr>Gradient Circle</vt:lpstr>
      <vt:lpstr>PowerPoint Presentation</vt:lpstr>
      <vt:lpstr>PowerPoint Presentation</vt:lpstr>
      <vt:lpstr>PowerPoint Presentation</vt:lpstr>
      <vt:lpstr>PowerPoint Presentation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