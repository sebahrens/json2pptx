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838200" y="4700000"/>
            <a:ext cx="10515600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7014009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800000"/>
            <a:ext cx="7014009" cy="1200000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3300000"/>
            <a:ext cx="0" cy="320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