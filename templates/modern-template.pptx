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3886200"/>
            <a:ext cx="10515600" cy="22860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3417887"/>
          </a:xfrm>
        </p:spPr>
        <p:txBody>
          <a:bodyPr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170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