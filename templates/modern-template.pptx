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4700000"/>
            <a:ext cx="10515600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