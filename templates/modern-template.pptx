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fntdata" ContentType="application/x-fontdata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embeddedFontLst>
    <p:embeddedFont>
      <p:font typeface="Lora" charset="1"/>
      <p:regular r:id="rIdLoraRegular"/>
      <p:bold r:id="rIdLoraBold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Relationship Id="rIdLoraRegular" Type="http://schemas.openxmlformats.org/officeDocument/2006/relationships/font" Target="fonts/Lora-Regular.fntdata"/><Relationship Id="rIdLoraBold" Type="http://schemas.openxmlformats.org/officeDocument/2006/relationships/font" Target="fonts/Lora-Bold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2352408"/>
            <a:ext cx="9145991" cy="2268577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1450428" y="4700000"/>
            <a:ext cx="9903372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1600000"/>
          </a:xfrm>
        </p:spPr>
        <p:txBody>
          <a:bodyPr anchor="t"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857" y="1500000"/>
            <a:ext cx="6500000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0857" y="3450000"/>
            <a:ext cx="4800000" cy="1200000"/>
          </a:xfr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