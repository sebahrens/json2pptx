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000" y="1500000"/>
            <a:ext cx="10330857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0000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