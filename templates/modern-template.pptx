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3886200"/>
            <a:ext cx="10515600" cy="2286000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3300000"/>
            <a:ext cx="0" cy="1700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