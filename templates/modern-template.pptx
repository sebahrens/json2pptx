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2352408"/>
            <a:ext cx="9145991" cy="2268577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1450428" y="4700000"/>
            <a:ext cx="9903372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1600000"/>
          </a:xfrm>
        </p:spPr>
        <p:txBody>
          <a:bodyPr anchor="t"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6500000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450000"/>
            <a:ext cx="4800000" cy="120000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