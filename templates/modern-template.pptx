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fntdata" ContentType="application/x-fontdata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embeddedFontLst>
    <p:embeddedFont>
      <p:font typeface="Lora" charset="1"/>
      <p:regular r:id="rIdLoraRegular"/>
      <p:bold r:id="rIdLoraBold"/>
    </p:embeddedFont>
    <p:embeddedFont>
      <p:font typeface="Poppins Light" charset="1"/>
      <p:regular r:id="rIdPoppinsLight"/>
      <p:italic r:id="rIdPoppinsLightItalic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Relationship Id="rIdLoraRegular" Type="http://schemas.openxmlformats.org/officeDocument/2006/relationships/font" Target="fonts/Lora-Regular.fntdata"/><Relationship Id="rIdLoraBold" Type="http://schemas.openxmlformats.org/officeDocument/2006/relationships/font" Target="fonts/Lora-Bold.fntdata"/><Relationship Id="rIdPoppinsLight" Type="http://schemas.openxmlformats.org/officeDocument/2006/relationships/font" Target="fonts/Poppins-Light.fntdata"/><Relationship Id="rIdPoppinsLightItalic" Type="http://schemas.openxmlformats.org/officeDocument/2006/relationships/font" Target="fonts/Poppins-LightItalic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0000" y="1500000"/>
            <a:ext cx="10330857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0000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