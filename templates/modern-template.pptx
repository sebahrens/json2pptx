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6" r:id="rId4"/>
  </p:sldMasterIdLst>
  <p:notesMasterIdLst>
    <p:notesMasterId r:id="rId9"/>
  </p:notesMasterIdLst>
  <p:handoutMasterIdLst>
    <p:handoutMasterId r:id="rId10"/>
  </p:handoutMasterIdLst>
  <p:sldIdLst>
    <p:sldId id="1519" r:id="rId5"/>
    <p:sldId id="1520" r:id="rId6"/>
    <p:sldId id="1521" r:id="rId7"/>
    <p:sldId id="152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0079" autoAdjust="0"/>
  </p:normalViewPr>
  <p:slideViewPr>
    <p:cSldViewPr snapToGrid="0">
      <p:cViewPr varScale="1">
        <p:scale>
          <a:sx n="134" d="100"/>
          <a:sy n="134" d="100"/>
        </p:scale>
        <p:origin x="1200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7D4B28D-BD47-8092-F202-DCD18D1BAEA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14425" y="1198517"/>
            <a:ext cx="4438650" cy="443865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6DD4D61D-AA1D-D414-2D63-F3B4B0760D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30708" y="1500000"/>
            <a:ext cx="8686801" cy="1800000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D1B0EE02-7A0B-46A0-5F6E-CFBC94BDF5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0708" y="3500000"/>
            <a:ext cx="8686801" cy="800000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236231-7728-F430-19B7-A4956EAFC196}"/>
              </a:ext>
            </a:extLst>
          </p:cNvPr>
          <p:cNvCxnSpPr/>
          <p:nvPr/>
        </p:nvCxnSpPr>
        <p:spPr>
          <a:xfrm>
            <a:off x="1450428" y="2522483"/>
            <a:ext cx="0" cy="26249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28760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9ECA965F-086A-7B72-BC9F-EA4CF32BCA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1566" y="1836225"/>
            <a:ext cx="5674434" cy="5021775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0428" y="990601"/>
            <a:ext cx="9145991" cy="3630384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body"/>
          <p:cNvSpPr>
            <a:spLocks noGrp="1"/>
          </p:cNvSpPr>
          <p:nvPr>
            <p:ph type="body" idx="1"/>
          </p:nvPr>
        </p:nvSpPr>
        <p:spPr>
          <a:xfrm>
            <a:off x="838200" y="4700000"/>
            <a:ext cx="10515600" cy="20574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Section Number"/>
          <p:cNvSpPr>
            <a:spLocks noGrp="1"/>
          </p:cNvSpPr>
          <p:nvPr>
            <p:ph type="body" sz="quarter" idx="2" hasCustomPrompt="1"/>
          </p:nvPr>
        </p:nvSpPr>
        <p:spPr>
          <a:xfrm>
            <a:off x="7886700" y="572408"/>
            <a:ext cx="3182938" cy="3417887"/>
          </a:xfrm>
        </p:spPr>
        <p:txBody>
          <a:bodyPr/>
          <a:lstStyle>
            <a:lvl1pPr marL="11113" indent="-11113">
              <a:buNone/>
              <a:defRPr sz="9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838698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60893" y="2367643"/>
            <a:ext cx="5052536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idx="2"/>
          </p:nvPr>
        </p:nvSpPr>
        <p:spPr>
          <a:xfrm>
            <a:off x="6273430" y="2367643"/>
            <a:ext cx="5052536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0893" y="2367643"/>
            <a:ext cx="10465073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515E74ED-2A6E-80D7-2247-FD12F261259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2641" y="0"/>
            <a:ext cx="8989429" cy="475542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30857" y="1500000"/>
            <a:ext cx="7014009" cy="1800000"/>
          </a:xfrm>
        </p:spPr>
        <p:txBody>
          <a:bodyPr anchor="b">
            <a:noAutofit/>
          </a:bodyPr>
          <a:lstStyle>
            <a:lvl1pPr>
              <a:defRPr sz="45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30857" y="3800000"/>
            <a:ext cx="7014009" cy="1200000"/>
          </a:xfrm>
        </p:spPr>
        <p:txBody>
          <a:bodyPr anchor="b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 indent="0">
              <a:lnSpc>
                <a:spcPct val="110000"/>
              </a:lnSpc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200"/>
            </a:lvl4pPr>
            <a:lvl5pPr marL="914400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B055BD5-F132-7EB0-787E-04988310DC8B}"/>
              </a:ext>
            </a:extLst>
          </p:cNvPr>
          <p:cNvCxnSpPr>
            <a:cxnSpLocks/>
          </p:cNvCxnSpPr>
          <p:nvPr/>
        </p:nvCxnSpPr>
        <p:spPr>
          <a:xfrm>
            <a:off x="4985657" y="3300000"/>
            <a:ext cx="0" cy="3200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19632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</a:t>
            </a:r>
            <a:br>
              <a:rPr lang="en-US" dirty="0"/>
            </a:br>
            <a:r>
              <a:rPr lang="en-US" dirty="0"/>
              <a:t>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65DFBE8-81F4-46A1-BB38-C49D79C4F68D}" type="datetime1">
              <a:rPr lang="en-US" smtClean="0"/>
              <a:t>3/24/2026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4754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  <p:sldLayoutId id="2147483835" r:id="rId2"/>
    <p:sldLayoutId id="2147483837" r:id="rId3"/>
    <p:sldLayoutId id="2147483844" r:id="rId4"/>
    <p:sldLayoutId id="2147483879" r:id="rId5"/>
    <p:sldLayoutId id="2147483900" r:id="rId7"/>
    <p:sldLayoutId id="2147483901" r:id="rId8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500" b="0" kern="1200" cap="all" spc="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4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4D7CF-B57B-8277-3D9B-42DEC0C13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DC432E-5FBF-4582-D70C-6C941FD212E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04480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4AC47-02AC-1FFE-A399-D9C77B1BF1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02836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CEC88-9BE2-2F63-BF53-CF2D90C6D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D4A7C-551E-79AB-1D12-2EBF377CC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7223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4D1DD-8F31-BEBB-0F42-13AFD76BE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2276A5-235C-BB15-1308-98127C18A80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7099322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 Circle">
  <a:themeElements>
    <a:clrScheme name="Custom 2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B5485A"/>
      </a:accent1>
      <a:accent2>
        <a:srgbClr val="4A7AB5"/>
      </a:accent2>
      <a:accent3>
        <a:srgbClr val="3A7D5C"/>
      </a:accent3>
      <a:accent4>
        <a:srgbClr val="6B5B8D"/>
      </a:accent4>
      <a:accent5>
        <a:srgbClr val="C06B3F"/>
      </a:accent5>
      <a:accent6>
        <a:srgbClr val="9E8520"/>
      </a:accent6>
      <a:hlink>
        <a:srgbClr val="7030A0"/>
      </a:hlink>
      <a:folHlink>
        <a:srgbClr val="107573"/>
      </a:folHlink>
    </a:clrScheme>
    <a:fontScheme name="Custom 10">
      <a:majorFont>
        <a:latin typeface="Lora"/>
        <a:ea typeface=""/>
        <a:cs typeface=""/>
      </a:majorFont>
      <a:minorFont>
        <a:latin typeface="Poppi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 Circle_Keynote Presentation_win32_LW_V6" id="{670309C8-2C38-4CFF-82BA-AF197439C521}" vid="{43F42362-DC95-4CBA-A0A2-5C03B532E6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infopath/2007/PartnerControls"/>
    <ds:schemaRef ds:uri="71af3243-3dd4-4a8d-8c0d-dd76da1f02a5"/>
    <ds:schemaRef ds:uri="http://schemas.microsoft.com/sharepoint/v3"/>
    <ds:schemaRef ds:uri="http://schemas.microsoft.com/office/2006/metadata/properties"/>
    <ds:schemaRef ds:uri="http://schemas.openxmlformats.org/package/2006/metadata/core-properties"/>
    <ds:schemaRef ds:uri="230e9df3-be65-4c73-a93b-d1236ebd677e"/>
    <ds:schemaRef ds:uri="16c05727-aa75-4e4a-9b5f-8a80a1165891"/>
  </ds:schemaRefs>
</ds:datastoreItem>
</file>

<file path=customXml/itemProps2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{80734557-F014-432B-B04E-C90E82109CD4}f4c2fa09-5552-4190-875c-1979579583e2-TFc553d604-a3b6-4c52-b2ed-3a769335c0fd_win32</Template>
  <TotalTime>3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Arial</vt:lpstr>
      <vt:lpstr>Lora</vt:lpstr>
      <vt:lpstr>Poppins Light</vt:lpstr>
      <vt:lpstr>Gradient Circle</vt:lpstr>
      <vt:lpstr>PowerPoint Presentation</vt:lpstr>
      <vt:lpstr>PowerPoint Presentation</vt:lpstr>
      <vt:lpstr>PowerPoint Presentation</vt:lpstr>
      <vt:lpstr>PowerPoint Presentation</vt:lpstr>
    </vt:vector>
  </TitlesOfParts>
  <Company>PricewaterhouseCoopers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